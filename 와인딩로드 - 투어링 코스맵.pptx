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7" r:id="rId2"/>
    <p:sldId id="258" r:id="rId3"/>
    <p:sldId id="264" r:id="rId4"/>
    <p:sldId id="263" r:id="rId5"/>
    <p:sldId id="265" r:id="rId6"/>
    <p:sldId id="261" r:id="rId7"/>
    <p:sldId id="256" r:id="rId8"/>
    <p:sldId id="267" r:id="rId9"/>
    <p:sldId id="268" r:id="rId10"/>
    <p:sldId id="269" r:id="rId11"/>
    <p:sldId id="266" r:id="rId12"/>
    <p:sldId id="260" r:id="rId13"/>
    <p:sldId id="262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5E5E5"/>
    <a:srgbClr val="E1EBF5"/>
    <a:srgbClr val="FFD966"/>
    <a:srgbClr val="FFFFFF"/>
    <a:srgbClr val="FF5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142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934144-E5B5-4E5A-943D-48C132E261A7}" type="datetimeFigureOut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ADF13E-A6B1-4E4E-823B-1903F5E9BD5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43705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ADF13E-A6B1-4E4E-823B-1903F5E9BD59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9180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C23A22-2510-C4E3-4060-C2AF0E2316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91C9C0A-9626-AEDC-CEBA-E1E6DEE8A3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2629544-2C22-A29C-3C0E-01DE322EC5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CC10A7D-D4D0-43D6-EE8E-D5D9677345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ADF13E-A6B1-4E4E-823B-1903F5E9BD59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68805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F47ED5-1C61-8315-D5C8-679DAE5CA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4EB9A0F-1065-A447-4F1C-33566AE61E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C98841E-9584-392F-415A-6BE8A2115B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B8B4845-820F-94A0-7721-117A674753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ADF13E-A6B1-4E4E-823B-1903F5E9BD59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20336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6818B1-9E00-0B48-5515-9D969B66D7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E1F39F4-7C61-6061-4D14-CFBCBB6226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D5061DC-FCF6-200B-B188-20CFC9A668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FC22D41-103E-EA77-B590-10C66F1B6A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ADF13E-A6B1-4E4E-823B-1903F5E9BD59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97517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8C7B6C-E24E-F8D8-77F1-344754C2BE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A78C7DF-71B7-ED0B-A1D1-5A1EF382B7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BC7A33B-12A3-32C9-D586-E80FD9A9D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23837-5C33-48AE-9B07-2C78E6BBE13D}" type="datetimeFigureOut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CEB6CB9-C775-6D95-50B7-63B4992C1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ADEF802-5EBA-BA9F-681C-2B093E9A2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0D64F-130E-46D0-A9B6-3AE47E7994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25735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F2257F-6F97-EA3C-5F7E-B015815E4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6F4F9D6-9E77-A527-C8D3-2A5D498504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9A488F6-6CCF-8328-37C4-EBD9AE994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23837-5C33-48AE-9B07-2C78E6BBE13D}" type="datetimeFigureOut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DA7396C-9BF9-3FCF-2B6E-32F681DF1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2B67C9D-3B49-3125-1D82-B9E7E5832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0D64F-130E-46D0-A9B6-3AE47E7994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90351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5B06D1-0EF2-D7EE-0BCD-045C9DD10C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F84D534-587A-0EE6-EBD6-5F3C6C7795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25F33A1-51DB-4058-5C6E-5B4C22621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23837-5C33-48AE-9B07-2C78E6BBE13D}" type="datetimeFigureOut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C9A9C6E-CBDE-DF48-34FF-6D5BC611C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0FBEB84-A8EF-D27A-25FC-E6B15CB38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0D64F-130E-46D0-A9B6-3AE47E7994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92738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DD10A8-09F6-C851-20A5-5F8DEA203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F26631F-E923-2F29-F299-8BB9E5256B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78CA679-FA74-5ABB-B86B-75CB9B9754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E866497-8838-11E6-E1D9-04543EBA83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23837-5C33-48AE-9B07-2C78E6BBE13D}" type="datetimeFigureOut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592A214-6E56-639C-7C1C-401A8AF9E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A4DC9A5-082E-FB31-09DB-F22CE190E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0D64F-130E-46D0-A9B6-3AE47E7994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79466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C4BD44-CE5A-7CA1-95E8-3AC8A7166F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FF8FD3E-6BDC-2AC7-03AB-D73ED77A71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47D2E24-356F-B4BB-243F-E90CEC66F5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22AA27D-F232-E466-4580-D31F4F30F0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DAC0BFA-3AFE-E58A-BAF6-AB993DF3AE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6EC2985-439B-BA99-9867-FFA84C899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23837-5C33-48AE-9B07-2C78E6BBE13D}" type="datetimeFigureOut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7B49F6E-74CD-2BC2-3558-C8DD4ABA8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86ACD80-7163-8951-DB13-3818CD280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0D64F-130E-46D0-A9B6-3AE47E7994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09830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2D2488-7FA0-2A2C-7BBD-6516BDF3E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77DE680-3EEC-4D47-C1C9-D3CDCFC3C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23837-5C33-48AE-9B07-2C78E6BBE13D}" type="datetimeFigureOut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6F9E29F-673D-1371-8BF0-919E6A0E2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588173D-FC14-7996-46D2-EF54A7067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0D64F-130E-46D0-A9B6-3AE47E7994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97212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8D5020C-F58F-63AB-A89D-749FCB4B4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23837-5C33-48AE-9B07-2C78E6BBE13D}" type="datetimeFigureOut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70DED6C-20B0-DA9A-77CF-BA27C8A48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3F4BE6E-6B9F-51AF-3BF2-126A0BCB6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0D64F-130E-46D0-A9B6-3AE47E7994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52141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973022-FA46-3B3D-CBA9-65EAC4A4A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D2BEA0E-FCF3-EFEF-D05F-9DF4491013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69A55EA-89E6-71CD-68E2-86937FEA97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D5C54D4-03F3-9865-395C-B5C741E88C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23837-5C33-48AE-9B07-2C78E6BBE13D}" type="datetimeFigureOut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8D2F369-17A1-54AE-5C59-957FF5710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2AB2629-1C27-B137-2D1F-CF60B510F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0D64F-130E-46D0-A9B6-3AE47E7994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26156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3BF41E-A3D8-14BD-1613-B5F852208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F29483D-4B58-3D71-0A58-87F3141A94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57A0096-B0E0-3A76-7570-8A114599D5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41D0DFF-AC9C-12E7-95FC-6842F998E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23837-5C33-48AE-9B07-2C78E6BBE13D}" type="datetimeFigureOut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7486C80-5D42-2B02-4F1E-E87E79D2C5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64F8006-5F2C-B6B7-2216-509CBE6F3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0D64F-130E-46D0-A9B6-3AE47E7994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0345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9C63AE-64D8-19D9-D8A7-2BC9C7FD1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58C9C34-E496-626A-89C2-EA2206AC0D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174AA91-8FFE-D672-081A-67B6474E9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23837-5C33-48AE-9B07-2C78E6BBE13D}" type="datetimeFigureOut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32E98D2-C9C2-1C75-09E8-53C96AC1C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60D106-EAA3-1389-5F31-7651CEB4F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0D64F-130E-46D0-A9B6-3AE47E7994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75110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D15F291-FF5E-8A8B-E6B9-58A5800853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D11C05F-B1AE-2DEC-F11A-1144025ED5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A0032C4-AAFB-2F8D-6117-F441B4375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23837-5C33-48AE-9B07-2C78E6BBE13D}" type="datetimeFigureOut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3F9D40C-364C-3667-DE9B-AB05591D4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ABDDFFE-B6D1-38E6-4098-6451A1636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0D64F-130E-46D0-A9B6-3AE47E7994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03862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EF28D2D-3A10-CB16-3C7E-3CCB7AD79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8660B68-32B4-20EF-DE99-326079E238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221EBFF-C55D-5113-5268-457F5E5DE2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223837-5C33-48AE-9B07-2C78E6BBE13D}" type="datetimeFigureOut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D2FAED7-C129-2299-67D1-F4D2F0F1D0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E54AAC1-D6B7-AA99-DCB8-19BFC817B9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60D64F-130E-46D0-A9B6-3AE47E7994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75785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rf-zwei.hatenablog.com/entry/2021/02/18/223000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rf-zwei.hatenablog.com/entry/2021/02/18/223000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rf-zwei.hatenablog.com/entry/2021/02/18/223000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rf-zwei.hatenablog.com/entry/2021/02/18/223000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rf-zwei.hatenablog.com/entry/2021/02/18/223000" TargetMode="Externa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18" Type="http://schemas.openxmlformats.org/officeDocument/2006/relationships/hyperlink" Target="https://rf-zwei.hatenablog.com/entry/2021/02/18/223000" TargetMode="External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17" Type="http://schemas.openxmlformats.org/officeDocument/2006/relationships/image" Target="../media/image1.jpg"/><Relationship Id="rId2" Type="http://schemas.openxmlformats.org/officeDocument/2006/relationships/image" Target="../media/image2.jpeg"/><Relationship Id="rId16" Type="http://schemas.openxmlformats.org/officeDocument/2006/relationships/image" Target="../media/image15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hyperlink" Target="https://www.vecteezy.com/vector-art/11070182-setting-icon-for-apps-or-web-interface-with-button-set-of-settings-gear-cog-icon-vector-with-button-sign-flat-style-setting-or-gear" TargetMode="External"/><Relationship Id="rId15" Type="http://schemas.openxmlformats.org/officeDocument/2006/relationships/image" Target="../media/image14.png"/><Relationship Id="rId10" Type="http://schemas.openxmlformats.org/officeDocument/2006/relationships/image" Target="../media/image9.svg"/><Relationship Id="rId4" Type="http://schemas.openxmlformats.org/officeDocument/2006/relationships/image" Target="../media/image4.jp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16.pn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17" Type="http://schemas.openxmlformats.org/officeDocument/2006/relationships/image" Target="../media/image17.svg"/><Relationship Id="rId2" Type="http://schemas.openxmlformats.org/officeDocument/2006/relationships/image" Target="../media/image2.jpeg"/><Relationship Id="rId16" Type="http://schemas.openxmlformats.org/officeDocument/2006/relationships/image" Target="../media/image15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hyperlink" Target="https://www.vecteezy.com/vector-art/11070182-setting-icon-for-apps-or-web-interface-with-button-set-of-settings-gear-cog-icon-vector-with-button-sign-flat-style-setting-or-gear" TargetMode="External"/><Relationship Id="rId15" Type="http://schemas.openxmlformats.org/officeDocument/2006/relationships/image" Target="../media/image14.png"/><Relationship Id="rId10" Type="http://schemas.openxmlformats.org/officeDocument/2006/relationships/image" Target="../media/image9.svg"/><Relationship Id="rId4" Type="http://schemas.openxmlformats.org/officeDocument/2006/relationships/image" Target="../media/image4.jp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7" Type="http://schemas.openxmlformats.org/officeDocument/2006/relationships/image" Target="../media/image19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g"/><Relationship Id="rId3" Type="http://schemas.openxmlformats.org/officeDocument/2006/relationships/image" Target="../media/image20.jpg"/><Relationship Id="rId7" Type="http://schemas.openxmlformats.org/officeDocument/2006/relationships/image" Target="../media/image19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image" Target="../media/image22.jpg"/><Relationship Id="rId3" Type="http://schemas.openxmlformats.org/officeDocument/2006/relationships/hyperlink" Target="https://rf-zwei.hatenablog.com/entry/2021/02/18/223000" TargetMode="External"/><Relationship Id="rId7" Type="http://schemas.openxmlformats.org/officeDocument/2006/relationships/hyperlink" Target="https://www.vecteezy.com/vector-art/11070182-setting-icon-for-apps-or-web-interface-with-button-set-of-settings-gear-cog-icon-vector-with-button-sign-flat-style-setting-or-gear" TargetMode="External"/><Relationship Id="rId12" Type="http://schemas.openxmlformats.org/officeDocument/2006/relationships/image" Target="../media/image12.svg"/><Relationship Id="rId2" Type="http://schemas.openxmlformats.org/officeDocument/2006/relationships/image" Target="../media/image1.jpg"/><Relationship Id="rId16" Type="http://schemas.openxmlformats.org/officeDocument/2006/relationships/hyperlink" Target="https://www.vecteezy.com/vector-art/12717044-share-icon-set-isolated-on-white-background-simple-share-icon-vector-illustration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11" Type="http://schemas.openxmlformats.org/officeDocument/2006/relationships/image" Target="../media/image11.svg"/><Relationship Id="rId5" Type="http://schemas.openxmlformats.org/officeDocument/2006/relationships/image" Target="../media/image21.png"/><Relationship Id="rId15" Type="http://schemas.openxmlformats.org/officeDocument/2006/relationships/image" Target="../media/image23.jpg"/><Relationship Id="rId10" Type="http://schemas.openxmlformats.org/officeDocument/2006/relationships/image" Target="../media/image10.svg"/><Relationship Id="rId4" Type="http://schemas.openxmlformats.org/officeDocument/2006/relationships/image" Target="../media/image2.jpeg"/><Relationship Id="rId9" Type="http://schemas.openxmlformats.org/officeDocument/2006/relationships/image" Target="../media/image9.svg"/><Relationship Id="rId14" Type="http://schemas.openxmlformats.org/officeDocument/2006/relationships/hyperlink" Target="https://www.vecteezy.com/vector-art/23089803-simple-delete-icon-the-icon-can-be-used-for-websites-print-templates-presentation-templates-illustrations-etc" TargetMode="Externa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vecteezy.com/vector-art/11070182-setting-icon-for-apps-or-web-interface-with-button-set-of-settings-gear-cog-icon-vector-with-button-sign-flat-style-setting-or-gear" TargetMode="External"/><Relationship Id="rId13" Type="http://schemas.openxmlformats.org/officeDocument/2006/relationships/image" Target="../media/image12.svg"/><Relationship Id="rId3" Type="http://schemas.openxmlformats.org/officeDocument/2006/relationships/image" Target="../media/image24.png"/><Relationship Id="rId7" Type="http://schemas.openxmlformats.org/officeDocument/2006/relationships/image" Target="../media/image4.jpg"/><Relationship Id="rId12" Type="http://schemas.openxmlformats.org/officeDocument/2006/relationships/image" Target="../media/image11.svg"/><Relationship Id="rId17" Type="http://schemas.openxmlformats.org/officeDocument/2006/relationships/hyperlink" Target="https://www.vecteezy.com/vector-art/13421145-bell-notification-icon-set-of-4-design-element-suitable-for-websites-print-design-or-app" TargetMode="External"/><Relationship Id="rId2" Type="http://schemas.openxmlformats.org/officeDocument/2006/relationships/image" Target="../media/image2.jpeg"/><Relationship Id="rId16" Type="http://schemas.openxmlformats.org/officeDocument/2006/relationships/image" Target="../media/image27.jp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creazilla.com/nodes/3233803-edit-icon" TargetMode="External"/><Relationship Id="rId11" Type="http://schemas.openxmlformats.org/officeDocument/2006/relationships/image" Target="../media/image10.svg"/><Relationship Id="rId5" Type="http://schemas.openxmlformats.org/officeDocument/2006/relationships/image" Target="../media/image25.png"/><Relationship Id="rId15" Type="http://schemas.openxmlformats.org/officeDocument/2006/relationships/hyperlink" Target="https://logowik.com/social-media-icon-set-with-x-icon-59858.html" TargetMode="External"/><Relationship Id="rId10" Type="http://schemas.openxmlformats.org/officeDocument/2006/relationships/image" Target="../media/image9.svg"/><Relationship Id="rId4" Type="http://schemas.openxmlformats.org/officeDocument/2006/relationships/hyperlink" Target="https://kr.gundam.info/about-gundam/series-pages/gquuuuuux/character/12/" TargetMode="External"/><Relationship Id="rId9" Type="http://schemas.openxmlformats.org/officeDocument/2006/relationships/image" Target="../media/image8.svg"/><Relationship Id="rId14" Type="http://schemas.openxmlformats.org/officeDocument/2006/relationships/image" Target="../media/image26.webp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g"/><Relationship Id="rId13" Type="http://schemas.openxmlformats.org/officeDocument/2006/relationships/image" Target="../media/image8.svg"/><Relationship Id="rId3" Type="http://schemas.openxmlformats.org/officeDocument/2006/relationships/image" Target="../media/image1.jpg"/><Relationship Id="rId7" Type="http://schemas.openxmlformats.org/officeDocument/2006/relationships/image" Target="../media/image30.png"/><Relationship Id="rId12" Type="http://schemas.openxmlformats.org/officeDocument/2006/relationships/image" Target="../media/image7.png"/><Relationship Id="rId17" Type="http://schemas.openxmlformats.org/officeDocument/2006/relationships/image" Target="../media/image12.svg"/><Relationship Id="rId2" Type="http://schemas.openxmlformats.org/officeDocument/2006/relationships/image" Target="../media/image2.jpeg"/><Relationship Id="rId16" Type="http://schemas.openxmlformats.org/officeDocument/2006/relationships/image" Target="../media/image11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11" Type="http://schemas.openxmlformats.org/officeDocument/2006/relationships/image" Target="../media/image6.png"/><Relationship Id="rId5" Type="http://schemas.openxmlformats.org/officeDocument/2006/relationships/image" Target="../media/image28.png"/><Relationship Id="rId15" Type="http://schemas.openxmlformats.org/officeDocument/2006/relationships/image" Target="../media/image10.svg"/><Relationship Id="rId10" Type="http://schemas.openxmlformats.org/officeDocument/2006/relationships/image" Target="../media/image5.png"/><Relationship Id="rId4" Type="http://schemas.openxmlformats.org/officeDocument/2006/relationships/hyperlink" Target="https://rf-zwei.hatenablog.com/entry/2021/02/18/223000" TargetMode="External"/><Relationship Id="rId9" Type="http://schemas.openxmlformats.org/officeDocument/2006/relationships/hyperlink" Target="https://www.vecteezy.com/vector-art/11070182-setting-icon-for-apps-or-web-interface-with-button-set-of-settings-gear-cog-icon-vector-with-button-sign-flat-style-setting-or-gear" TargetMode="External"/><Relationship Id="rId14" Type="http://schemas.openxmlformats.org/officeDocument/2006/relationships/image" Target="../media/image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61F5CA-94B5-08F4-3A41-68373F1B6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와인딩로드 </a:t>
            </a:r>
            <a:r>
              <a:rPr lang="en-US" altLang="ko-KR"/>
              <a:t>- </a:t>
            </a:r>
            <a:r>
              <a:rPr lang="ko-KR" altLang="en-US"/>
              <a:t>투어링 코스맵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81FE450-7D5B-6E1E-8CCA-63F66A04ED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와이어프레임</a:t>
            </a:r>
            <a:endParaRPr lang="en-US" altLang="ko-KR"/>
          </a:p>
          <a:p>
            <a:r>
              <a:rPr lang="ko-KR" altLang="en-US"/>
              <a:t>페이지 설계 초안</a:t>
            </a:r>
          </a:p>
        </p:txBody>
      </p:sp>
    </p:spTree>
    <p:extLst>
      <p:ext uri="{BB962C8B-B14F-4D97-AF65-F5344CB8AC3E}">
        <p14:creationId xmlns:p14="http://schemas.microsoft.com/office/powerpoint/2010/main" val="35609922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764D72-71C7-18C4-8D6E-D6B36DCC87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7875"/>
          </a:xfrm>
        </p:spPr>
        <p:txBody>
          <a:bodyPr>
            <a:normAutofit/>
          </a:bodyPr>
          <a:lstStyle/>
          <a:p>
            <a:r>
              <a:rPr lang="ko-KR" altLang="en-US" sz="3200"/>
              <a:t>페이지 설계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0707C36-0D95-FBA8-84E6-48877CCFAA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43000"/>
            <a:ext cx="10515600" cy="5625612"/>
          </a:xfrm>
        </p:spPr>
        <p:txBody>
          <a:bodyPr>
            <a:normAutofit/>
          </a:bodyPr>
          <a:lstStyle/>
          <a:p>
            <a:r>
              <a:rPr lang="ko-KR" altLang="en-US" sz="1400">
                <a:latin typeface="+mn-ea"/>
              </a:rPr>
              <a:t>인트로 영상 페이지 </a:t>
            </a:r>
            <a:r>
              <a:rPr lang="en-US" altLang="ko-KR" sz="1400">
                <a:latin typeface="+mn-ea"/>
              </a:rPr>
              <a:t>(</a:t>
            </a:r>
            <a:r>
              <a:rPr lang="ko-KR" altLang="en-US" sz="1400">
                <a:latin typeface="+mn-ea"/>
              </a:rPr>
              <a:t>업비트나 네이버지도처럼</a:t>
            </a:r>
            <a:r>
              <a:rPr lang="en-US" altLang="ko-KR" sz="1400">
                <a:latin typeface="+mn-ea"/>
              </a:rPr>
              <a:t>)</a:t>
            </a:r>
          </a:p>
          <a:p>
            <a:r>
              <a:rPr lang="ko-KR" altLang="en-US" sz="1400">
                <a:latin typeface="+mn-ea"/>
              </a:rPr>
              <a:t>메인화면 </a:t>
            </a:r>
            <a:r>
              <a:rPr lang="en-US" altLang="ko-KR" sz="1400">
                <a:latin typeface="+mn-ea"/>
              </a:rPr>
              <a:t>= </a:t>
            </a:r>
            <a:r>
              <a:rPr lang="ko-KR" altLang="en-US" sz="1400">
                <a:latin typeface="+mn-ea"/>
              </a:rPr>
              <a:t>지도 상 선택 화면</a:t>
            </a:r>
            <a:endParaRPr lang="en-US" altLang="ko-KR" sz="1400">
              <a:latin typeface="+mn-ea"/>
            </a:endParaRPr>
          </a:p>
          <a:p>
            <a:pPr lvl="1"/>
            <a:r>
              <a:rPr lang="ko-KR" altLang="en-US" sz="1400">
                <a:latin typeface="+mn-ea"/>
              </a:rPr>
              <a:t>기존 내비와 유사</a:t>
            </a:r>
            <a:r>
              <a:rPr lang="en-US" altLang="ko-KR" sz="1400">
                <a:latin typeface="+mn-ea"/>
              </a:rPr>
              <a:t>. </a:t>
            </a:r>
            <a:r>
              <a:rPr lang="ko-KR" altLang="en-US" sz="1400">
                <a:latin typeface="+mn-ea"/>
              </a:rPr>
              <a:t>내 위치가 가운데</a:t>
            </a:r>
            <a:r>
              <a:rPr lang="en-US" altLang="ko-KR" sz="1400">
                <a:latin typeface="+mn-ea"/>
              </a:rPr>
              <a:t>, </a:t>
            </a:r>
            <a:r>
              <a:rPr lang="ko-KR" altLang="en-US" sz="1400">
                <a:latin typeface="+mn-ea"/>
              </a:rPr>
              <a:t>지도 확장</a:t>
            </a:r>
            <a:r>
              <a:rPr lang="en-US" altLang="ko-KR" sz="1400">
                <a:latin typeface="+mn-ea"/>
              </a:rPr>
              <a:t>/</a:t>
            </a:r>
            <a:r>
              <a:rPr lang="ko-KR" altLang="en-US" sz="1400">
                <a:latin typeface="+mn-ea"/>
              </a:rPr>
              <a:t>축소하여 목적지 탐색</a:t>
            </a:r>
            <a:r>
              <a:rPr lang="en-US" altLang="ko-KR" sz="1400">
                <a:latin typeface="+mn-ea"/>
              </a:rPr>
              <a:t>.</a:t>
            </a:r>
          </a:p>
          <a:p>
            <a:pPr lvl="1"/>
            <a:r>
              <a:rPr lang="ko-KR" altLang="en-US" sz="1400">
                <a:latin typeface="+mn-ea"/>
              </a:rPr>
              <a:t>지도 상 한 군데 터치하면 </a:t>
            </a:r>
            <a:r>
              <a:rPr lang="en-US" altLang="ko-KR" sz="1400">
                <a:latin typeface="+mn-ea"/>
              </a:rPr>
              <a:t>‘</a:t>
            </a:r>
            <a:r>
              <a:rPr lang="ko-KR" altLang="en-US" sz="1400">
                <a:latin typeface="+mn-ea"/>
              </a:rPr>
              <a:t>경유지</a:t>
            </a:r>
            <a:r>
              <a:rPr lang="en-US" altLang="ko-KR" sz="1400">
                <a:latin typeface="+mn-ea"/>
              </a:rPr>
              <a:t>’ ‘</a:t>
            </a:r>
            <a:r>
              <a:rPr lang="ko-KR" altLang="en-US" sz="1400">
                <a:latin typeface="+mn-ea"/>
              </a:rPr>
              <a:t>목적지</a:t>
            </a:r>
            <a:r>
              <a:rPr lang="en-US" altLang="ko-KR" sz="1400">
                <a:latin typeface="+mn-ea"/>
              </a:rPr>
              <a:t>‘ </a:t>
            </a:r>
            <a:r>
              <a:rPr lang="ko-KR" altLang="en-US" sz="1400">
                <a:latin typeface="+mn-ea"/>
              </a:rPr>
              <a:t>선택 플로팅 버튼</a:t>
            </a:r>
            <a:r>
              <a:rPr lang="en-US" altLang="ko-KR" sz="1400">
                <a:latin typeface="+mn-ea"/>
              </a:rPr>
              <a:t>.</a:t>
            </a:r>
          </a:p>
          <a:p>
            <a:pPr lvl="1"/>
            <a:r>
              <a:rPr lang="ko-KR" altLang="en-US" sz="1400">
                <a:latin typeface="+mn-ea"/>
              </a:rPr>
              <a:t>등록된 추천코스는 지도 상에 작은 점 등으로 표시하며</a:t>
            </a:r>
            <a:r>
              <a:rPr lang="en-US" altLang="ko-KR" sz="1400">
                <a:latin typeface="+mn-ea"/>
              </a:rPr>
              <a:t>, </a:t>
            </a:r>
            <a:r>
              <a:rPr lang="ko-KR" altLang="en-US" sz="1400">
                <a:latin typeface="+mn-ea"/>
              </a:rPr>
              <a:t>경로 안내 시 해당 경로를 통과하는 코스를 짜도록 우선권 부여 </a:t>
            </a:r>
            <a:endParaRPr lang="en-US" altLang="ko-KR" sz="1400">
              <a:latin typeface="+mn-ea"/>
            </a:endParaRPr>
          </a:p>
          <a:p>
            <a:pPr lvl="1"/>
            <a:r>
              <a:rPr lang="ko-KR" altLang="en-US" sz="1400">
                <a:latin typeface="+mn-ea"/>
              </a:rPr>
              <a:t>목적지 설정 완료하면 화면 축소되며</a:t>
            </a:r>
            <a:r>
              <a:rPr lang="en-US" altLang="ko-KR" sz="1400">
                <a:latin typeface="+mn-ea"/>
              </a:rPr>
              <a:t>, </a:t>
            </a:r>
            <a:r>
              <a:rPr lang="ko-KR" altLang="en-US" sz="1400">
                <a:latin typeface="+mn-ea"/>
              </a:rPr>
              <a:t>내 위치를 반투명한 원의 중심으로 하고</a:t>
            </a:r>
            <a:r>
              <a:rPr lang="en-US" altLang="ko-KR" sz="1400">
                <a:latin typeface="+mn-ea"/>
              </a:rPr>
              <a:t>, </a:t>
            </a:r>
            <a:r>
              <a:rPr lang="ko-KR" altLang="en-US" sz="1400">
                <a:latin typeface="+mn-ea"/>
              </a:rPr>
              <a:t>목적지까지 원으로 감싸고</a:t>
            </a:r>
            <a:r>
              <a:rPr lang="en-US" altLang="ko-KR" sz="1400">
                <a:latin typeface="+mn-ea"/>
              </a:rPr>
              <a:t>, </a:t>
            </a:r>
            <a:r>
              <a:rPr lang="ko-KR" altLang="en-US" sz="1400">
                <a:latin typeface="+mn-ea"/>
              </a:rPr>
              <a:t>직선거리로 몇 </a:t>
            </a:r>
            <a:r>
              <a:rPr lang="en-US" altLang="ko-KR" sz="1400">
                <a:latin typeface="+mn-ea"/>
              </a:rPr>
              <a:t>km</a:t>
            </a:r>
            <a:r>
              <a:rPr lang="ko-KR" altLang="en-US" sz="1400">
                <a:latin typeface="+mn-ea"/>
              </a:rPr>
              <a:t>인지 표시</a:t>
            </a:r>
            <a:endParaRPr lang="en-US" altLang="ko-KR" sz="1400">
              <a:latin typeface="+mn-ea"/>
            </a:endParaRPr>
          </a:p>
          <a:p>
            <a:pPr lvl="1"/>
            <a:r>
              <a:rPr lang="ko-KR" altLang="en-US" sz="1400">
                <a:latin typeface="+mn-ea"/>
              </a:rPr>
              <a:t>아래에 네이버 내비에서처럼 코스 선택 화면 </a:t>
            </a:r>
            <a:r>
              <a:rPr lang="en-US" altLang="ko-KR" sz="1400">
                <a:latin typeface="+mn-ea"/>
              </a:rPr>
              <a:t>(</a:t>
            </a:r>
            <a:r>
              <a:rPr lang="ko-KR" altLang="en-US" sz="1400">
                <a:latin typeface="+mn-ea"/>
              </a:rPr>
              <a:t>시골길로 느긋하게 </a:t>
            </a:r>
            <a:r>
              <a:rPr lang="en-US" altLang="ko-KR" sz="1400">
                <a:latin typeface="+mn-ea"/>
              </a:rPr>
              <a:t>/ </a:t>
            </a:r>
            <a:r>
              <a:rPr lang="ko-KR" altLang="en-US" sz="1400">
                <a:latin typeface="+mn-ea"/>
              </a:rPr>
              <a:t>지방도로 여유롭게 </a:t>
            </a:r>
            <a:r>
              <a:rPr lang="en-US" altLang="ko-KR" sz="1400">
                <a:latin typeface="+mn-ea"/>
              </a:rPr>
              <a:t>/ </a:t>
            </a:r>
            <a:r>
              <a:rPr lang="ko-KR" altLang="en-US" sz="1400">
                <a:latin typeface="+mn-ea"/>
              </a:rPr>
              <a:t>국도로 빠르게</a:t>
            </a:r>
            <a:r>
              <a:rPr lang="en-US" altLang="ko-KR" sz="1400">
                <a:latin typeface="+mn-ea"/>
              </a:rPr>
              <a:t>)</a:t>
            </a:r>
          </a:p>
          <a:p>
            <a:pPr lvl="1"/>
            <a:r>
              <a:rPr lang="ko-KR" altLang="en-US" sz="1400">
                <a:latin typeface="+mn-ea"/>
              </a:rPr>
              <a:t>코스 선택 완료하면 하단에 </a:t>
            </a:r>
            <a:r>
              <a:rPr lang="en-US" altLang="ko-KR" sz="1400">
                <a:latin typeface="+mn-ea"/>
              </a:rPr>
              <a:t>Start</a:t>
            </a:r>
            <a:r>
              <a:rPr lang="ko-KR" altLang="en-US" sz="1400">
                <a:latin typeface="+mn-ea"/>
              </a:rPr>
              <a:t> </a:t>
            </a:r>
            <a:r>
              <a:rPr lang="en-US" altLang="ko-KR" sz="1400">
                <a:latin typeface="+mn-ea"/>
              </a:rPr>
              <a:t>your Engine </a:t>
            </a:r>
            <a:r>
              <a:rPr lang="ko-KR" altLang="en-US" sz="1400">
                <a:latin typeface="+mn-ea"/>
              </a:rPr>
              <a:t>슬라이드바 활성화하여 내비 시작 버튼으로 기능</a:t>
            </a:r>
            <a:endParaRPr lang="en-US" altLang="ko-KR" sz="1400">
              <a:latin typeface="+mn-ea"/>
            </a:endParaRPr>
          </a:p>
          <a:p>
            <a:pPr lvl="1"/>
            <a:r>
              <a:rPr lang="ko-KR" altLang="en-US" sz="1400">
                <a:latin typeface="+mn-ea"/>
              </a:rPr>
              <a:t>최하단 광고</a:t>
            </a:r>
            <a:endParaRPr lang="en-US" altLang="ko-KR" sz="1400">
              <a:latin typeface="+mn-ea"/>
            </a:endParaRPr>
          </a:p>
          <a:p>
            <a:r>
              <a:rPr lang="ko-KR" altLang="en-US" sz="1400">
                <a:latin typeface="+mn-ea"/>
              </a:rPr>
              <a:t>내비게이션 화면 </a:t>
            </a:r>
            <a:r>
              <a:rPr lang="en-US" altLang="ko-KR" sz="1400">
                <a:latin typeface="+mn-ea"/>
              </a:rPr>
              <a:t>(</a:t>
            </a:r>
            <a:r>
              <a:rPr lang="ko-KR" altLang="en-US" sz="1400">
                <a:latin typeface="+mn-ea"/>
              </a:rPr>
              <a:t>주행중</a:t>
            </a:r>
            <a:r>
              <a:rPr lang="en-US" altLang="ko-KR" sz="1400">
                <a:latin typeface="+mn-ea"/>
              </a:rPr>
              <a:t>)</a:t>
            </a:r>
          </a:p>
          <a:p>
            <a:pPr lvl="1"/>
            <a:r>
              <a:rPr lang="ko-KR" altLang="en-US" sz="1400">
                <a:latin typeface="+mn-ea"/>
              </a:rPr>
              <a:t>기존 내비와 유사</a:t>
            </a:r>
            <a:r>
              <a:rPr lang="en-US" altLang="ko-KR" sz="1400">
                <a:latin typeface="+mn-ea"/>
              </a:rPr>
              <a:t>. </a:t>
            </a:r>
            <a:r>
              <a:rPr lang="ko-KR" altLang="en-US" sz="1400">
                <a:latin typeface="+mn-ea"/>
              </a:rPr>
              <a:t>내 위치가 가운데</a:t>
            </a:r>
            <a:r>
              <a:rPr lang="en-US" altLang="ko-KR" sz="1400">
                <a:latin typeface="+mn-ea"/>
              </a:rPr>
              <a:t>, </a:t>
            </a:r>
            <a:r>
              <a:rPr lang="ko-KR" altLang="en-US" sz="1400">
                <a:latin typeface="+mn-ea"/>
              </a:rPr>
              <a:t>지도 확장</a:t>
            </a:r>
            <a:r>
              <a:rPr lang="en-US" altLang="ko-KR" sz="1400">
                <a:latin typeface="+mn-ea"/>
              </a:rPr>
              <a:t>/</a:t>
            </a:r>
            <a:r>
              <a:rPr lang="ko-KR" altLang="en-US" sz="1400">
                <a:latin typeface="+mn-ea"/>
              </a:rPr>
              <a:t>축소</a:t>
            </a:r>
            <a:r>
              <a:rPr lang="en-US" altLang="ko-KR" sz="1400">
                <a:latin typeface="+mn-ea"/>
              </a:rPr>
              <a:t>/</a:t>
            </a:r>
            <a:r>
              <a:rPr lang="ko-KR" altLang="en-US" sz="1400">
                <a:latin typeface="+mn-ea"/>
              </a:rPr>
              <a:t>이동하면 하단에 </a:t>
            </a:r>
            <a:r>
              <a:rPr lang="en-US" altLang="ko-KR" sz="1400">
                <a:latin typeface="+mn-ea"/>
              </a:rPr>
              <a:t>“</a:t>
            </a:r>
            <a:r>
              <a:rPr lang="ko-KR" altLang="en-US" sz="1400">
                <a:latin typeface="+mn-ea"/>
              </a:rPr>
              <a:t>내 위치로</a:t>
            </a:r>
            <a:r>
              <a:rPr lang="en-US" altLang="ko-KR" sz="1400">
                <a:latin typeface="+mn-ea"/>
              </a:rPr>
              <a:t> </a:t>
            </a:r>
            <a:r>
              <a:rPr lang="ko-KR" altLang="en-US" sz="1400">
                <a:latin typeface="+mn-ea"/>
              </a:rPr>
              <a:t>복귀</a:t>
            </a:r>
            <a:r>
              <a:rPr lang="en-US" altLang="ko-KR" sz="1400">
                <a:latin typeface="+mn-ea"/>
              </a:rPr>
              <a:t>” </a:t>
            </a:r>
            <a:r>
              <a:rPr lang="ko-KR" altLang="en-US" sz="1400">
                <a:latin typeface="+mn-ea"/>
              </a:rPr>
              <a:t>버튼 뜨고</a:t>
            </a:r>
            <a:r>
              <a:rPr lang="en-US" altLang="ko-KR" sz="1400">
                <a:latin typeface="+mn-ea"/>
              </a:rPr>
              <a:t>, </a:t>
            </a:r>
            <a:br>
              <a:rPr lang="en-US" altLang="ko-KR" sz="1400">
                <a:latin typeface="+mn-ea"/>
              </a:rPr>
            </a:br>
            <a:r>
              <a:rPr lang="en-US" altLang="ko-KR" sz="1400">
                <a:latin typeface="+mn-ea"/>
              </a:rPr>
              <a:t>“</a:t>
            </a:r>
            <a:r>
              <a:rPr lang="ko-KR" altLang="en-US" sz="1400">
                <a:latin typeface="+mn-ea"/>
              </a:rPr>
              <a:t>내 위치로 복귀</a:t>
            </a:r>
            <a:r>
              <a:rPr lang="en-US" altLang="ko-KR" sz="1400">
                <a:latin typeface="+mn-ea"/>
              </a:rPr>
              <a:t>“ </a:t>
            </a:r>
            <a:r>
              <a:rPr lang="ko-KR" altLang="en-US" sz="1400">
                <a:latin typeface="+mn-ea"/>
              </a:rPr>
              <a:t>버튼 누르거나</a:t>
            </a:r>
            <a:r>
              <a:rPr lang="en-US" altLang="ko-KR" sz="1400">
                <a:latin typeface="+mn-ea"/>
              </a:rPr>
              <a:t>, </a:t>
            </a:r>
            <a:r>
              <a:rPr lang="ko-KR" altLang="en-US" sz="1400">
                <a:latin typeface="+mn-ea"/>
              </a:rPr>
              <a:t>마지막 터치로부터 </a:t>
            </a:r>
            <a:r>
              <a:rPr lang="en-US" altLang="ko-KR" sz="1400">
                <a:latin typeface="+mn-ea"/>
              </a:rPr>
              <a:t>10</a:t>
            </a:r>
            <a:r>
              <a:rPr lang="ko-KR" altLang="en-US" sz="1400">
                <a:latin typeface="+mn-ea"/>
              </a:rPr>
              <a:t>초 이후 원래 내 위치 중심으로 복귀</a:t>
            </a:r>
            <a:endParaRPr lang="en-US" altLang="ko-KR" sz="1400">
              <a:latin typeface="+mn-ea"/>
            </a:endParaRPr>
          </a:p>
          <a:p>
            <a:pPr lvl="1"/>
            <a:r>
              <a:rPr lang="ko-KR" altLang="en-US" sz="1400">
                <a:latin typeface="+mn-ea"/>
              </a:rPr>
              <a:t>화면 상단부 </a:t>
            </a:r>
            <a:r>
              <a:rPr lang="en-US" altLang="ko-KR" sz="1400">
                <a:latin typeface="+mn-ea"/>
              </a:rPr>
              <a:t>: </a:t>
            </a:r>
            <a:r>
              <a:rPr lang="ko-KR" altLang="en-US" sz="1400">
                <a:latin typeface="+mn-ea"/>
              </a:rPr>
              <a:t>다음 회전 방향 표시</a:t>
            </a:r>
            <a:endParaRPr lang="en-US" altLang="ko-KR" sz="1400">
              <a:latin typeface="+mn-ea"/>
            </a:endParaRPr>
          </a:p>
          <a:p>
            <a:pPr lvl="1"/>
            <a:r>
              <a:rPr lang="ko-KR" altLang="en-US" sz="1400">
                <a:latin typeface="+mn-ea"/>
              </a:rPr>
              <a:t>화면 왼쪽 최상단 </a:t>
            </a:r>
            <a:r>
              <a:rPr lang="en-US" altLang="ko-KR" sz="1400">
                <a:latin typeface="+mn-ea"/>
              </a:rPr>
              <a:t>: </a:t>
            </a:r>
            <a:r>
              <a:rPr lang="ja-JP" altLang="en-US" sz="1400">
                <a:latin typeface="+mn-ea"/>
              </a:rPr>
              <a:t>← </a:t>
            </a:r>
            <a:r>
              <a:rPr lang="ko-KR" altLang="en-US" sz="1400">
                <a:latin typeface="+mn-ea"/>
              </a:rPr>
              <a:t>버튼 </a:t>
            </a:r>
            <a:r>
              <a:rPr lang="en-US" altLang="ko-KR" sz="1400">
                <a:latin typeface="+mn-ea"/>
              </a:rPr>
              <a:t>(</a:t>
            </a:r>
            <a:r>
              <a:rPr lang="ko-KR" altLang="en-US" sz="1400">
                <a:latin typeface="+mn-ea"/>
              </a:rPr>
              <a:t>내비게이션 종료</a:t>
            </a:r>
            <a:r>
              <a:rPr lang="en-US" altLang="ko-KR" sz="1400">
                <a:latin typeface="+mn-ea"/>
              </a:rPr>
              <a:t>)</a:t>
            </a:r>
          </a:p>
          <a:p>
            <a:pPr lvl="1"/>
            <a:r>
              <a:rPr lang="ko-KR" altLang="en-US" sz="1400">
                <a:latin typeface="+mn-ea"/>
              </a:rPr>
              <a:t>화면 왼쪽 상단에서 </a:t>
            </a:r>
            <a:r>
              <a:rPr lang="en-US" altLang="ko-KR" sz="1400">
                <a:latin typeface="+mn-ea"/>
              </a:rPr>
              <a:t>20% </a:t>
            </a:r>
            <a:r>
              <a:rPr lang="ko-KR" altLang="en-US" sz="1400">
                <a:latin typeface="+mn-ea"/>
              </a:rPr>
              <a:t>위치 </a:t>
            </a:r>
            <a:r>
              <a:rPr lang="en-US" altLang="ko-KR" sz="1400">
                <a:latin typeface="+mn-ea"/>
              </a:rPr>
              <a:t>: </a:t>
            </a:r>
            <a:r>
              <a:rPr lang="ko-KR" altLang="en-US" sz="1400">
                <a:latin typeface="+mn-ea"/>
              </a:rPr>
              <a:t>속도</a:t>
            </a:r>
            <a:endParaRPr lang="en-US" altLang="ko-KR" sz="1400">
              <a:latin typeface="+mn-ea"/>
            </a:endParaRPr>
          </a:p>
          <a:p>
            <a:pPr lvl="1"/>
            <a:r>
              <a:rPr lang="ko-KR" altLang="en-US" sz="1400">
                <a:latin typeface="+mn-ea"/>
              </a:rPr>
              <a:t>화면 왼쪽 중간쯤 </a:t>
            </a:r>
            <a:r>
              <a:rPr lang="en-US" altLang="ko-KR" sz="1400">
                <a:latin typeface="+mn-ea"/>
              </a:rPr>
              <a:t>: </a:t>
            </a:r>
            <a:r>
              <a:rPr lang="ko-KR" altLang="en-US" sz="1400">
                <a:latin typeface="+mn-ea"/>
              </a:rPr>
              <a:t>정북 </a:t>
            </a:r>
            <a:r>
              <a:rPr lang="en-US" altLang="ko-KR" sz="1400">
                <a:latin typeface="+mn-ea"/>
              </a:rPr>
              <a:t>/ </a:t>
            </a:r>
            <a:r>
              <a:rPr lang="ko-KR" altLang="en-US" sz="1400">
                <a:latin typeface="+mn-ea"/>
              </a:rPr>
              <a:t>주행방향 전환 기능 </a:t>
            </a:r>
            <a:r>
              <a:rPr lang="en-US" altLang="ko-KR" sz="1400">
                <a:latin typeface="+mn-ea"/>
              </a:rPr>
              <a:t>(</a:t>
            </a:r>
            <a:r>
              <a:rPr lang="ko-KR" altLang="en-US" sz="1400">
                <a:latin typeface="+mn-ea"/>
              </a:rPr>
              <a:t>나침반 아이콘</a:t>
            </a:r>
            <a:r>
              <a:rPr lang="en-US" altLang="ko-KR" sz="1400">
                <a:latin typeface="+mn-ea"/>
              </a:rPr>
              <a:t>)</a:t>
            </a:r>
          </a:p>
          <a:p>
            <a:pPr lvl="1"/>
            <a:r>
              <a:rPr lang="ko-KR" altLang="en-US" sz="1400">
                <a:latin typeface="+mn-ea"/>
              </a:rPr>
              <a:t>화면 왼쪽 하단부 </a:t>
            </a:r>
            <a:r>
              <a:rPr lang="en-US" altLang="ko-KR" sz="1400">
                <a:latin typeface="+mn-ea"/>
              </a:rPr>
              <a:t>: + - </a:t>
            </a:r>
            <a:r>
              <a:rPr lang="ko-KR" altLang="en-US" sz="1400">
                <a:latin typeface="+mn-ea"/>
              </a:rPr>
              <a:t>버튼 </a:t>
            </a:r>
            <a:r>
              <a:rPr lang="en-US" altLang="ko-KR" sz="1400">
                <a:latin typeface="+mn-ea"/>
              </a:rPr>
              <a:t>(</a:t>
            </a:r>
            <a:r>
              <a:rPr lang="ko-KR" altLang="en-US" sz="1400">
                <a:latin typeface="+mn-ea"/>
              </a:rPr>
              <a:t>화면 확대 축소</a:t>
            </a:r>
            <a:r>
              <a:rPr lang="en-US" altLang="ko-KR" sz="1400">
                <a:latin typeface="+mn-ea"/>
              </a:rPr>
              <a:t>)</a:t>
            </a:r>
          </a:p>
          <a:p>
            <a:pPr lvl="1"/>
            <a:r>
              <a:rPr lang="ko-KR" altLang="en-US" sz="1400">
                <a:latin typeface="+mn-ea"/>
              </a:rPr>
              <a:t>화면 오른쪽 상단부 </a:t>
            </a:r>
            <a:r>
              <a:rPr lang="en-US" altLang="ko-KR" sz="1400">
                <a:latin typeface="+mn-ea"/>
              </a:rPr>
              <a:t>: </a:t>
            </a:r>
            <a:r>
              <a:rPr lang="ko-KR" altLang="en-US" sz="1400">
                <a:latin typeface="+mn-ea"/>
              </a:rPr>
              <a:t>검색</a:t>
            </a:r>
            <a:endParaRPr lang="en-US" altLang="ko-KR" sz="1400">
              <a:latin typeface="+mn-ea"/>
            </a:endParaRPr>
          </a:p>
          <a:p>
            <a:pPr lvl="1"/>
            <a:r>
              <a:rPr lang="ko-KR" altLang="en-US" sz="1400">
                <a:latin typeface="+mn-ea"/>
              </a:rPr>
              <a:t>화면 오른쪽 길게 </a:t>
            </a:r>
            <a:r>
              <a:rPr lang="en-US" altLang="ko-KR" sz="1400">
                <a:latin typeface="+mn-ea"/>
              </a:rPr>
              <a:t>: </a:t>
            </a:r>
            <a:r>
              <a:rPr lang="ko-KR" altLang="en-US" sz="1400">
                <a:latin typeface="+mn-ea"/>
              </a:rPr>
              <a:t>낮시간 표시 바</a:t>
            </a:r>
            <a:endParaRPr lang="en-US" altLang="ko-KR" sz="1400">
              <a:latin typeface="+mn-ea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E309E096-AB61-2227-D417-89169689954B}"/>
              </a:ext>
            </a:extLst>
          </p:cNvPr>
          <p:cNvGrpSpPr/>
          <p:nvPr/>
        </p:nvGrpSpPr>
        <p:grpSpPr>
          <a:xfrm>
            <a:off x="8086725" y="4737100"/>
            <a:ext cx="4076700" cy="2082800"/>
            <a:chOff x="8086725" y="4737100"/>
            <a:chExt cx="4076700" cy="2082800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1D0BD203-1CA5-B972-C0F6-51EAFDA23230}"/>
                </a:ext>
              </a:extLst>
            </p:cNvPr>
            <p:cNvSpPr/>
            <p:nvPr/>
          </p:nvSpPr>
          <p:spPr>
            <a:xfrm>
              <a:off x="8086725" y="4737100"/>
              <a:ext cx="4076700" cy="2082800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8781AD88-C577-D999-EB1E-56BDBC10B32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rcRect l="9786"/>
            <a:stretch>
              <a:fillRect/>
            </a:stretch>
          </p:blipFill>
          <p:spPr>
            <a:xfrm>
              <a:off x="8153399" y="4737100"/>
              <a:ext cx="4010025" cy="2082800"/>
            </a:xfrm>
            <a:prstGeom prst="rect">
              <a:avLst/>
            </a:prstGeom>
          </p:spPr>
        </p:pic>
        <p:sp>
          <p:nvSpPr>
            <p:cNvPr id="4" name="자유형: 도형 3">
              <a:extLst>
                <a:ext uri="{FF2B5EF4-FFF2-40B4-BE49-F238E27FC236}">
                  <a16:creationId xmlns:a16="http://schemas.microsoft.com/office/drawing/2014/main" id="{BAF6578D-8B60-B398-82F5-8D3C87136FFD}"/>
                </a:ext>
              </a:extLst>
            </p:cNvPr>
            <p:cNvSpPr/>
            <p:nvPr/>
          </p:nvSpPr>
          <p:spPr>
            <a:xfrm>
              <a:off x="8132885" y="4765431"/>
              <a:ext cx="1758461" cy="1943100"/>
            </a:xfrm>
            <a:custGeom>
              <a:avLst/>
              <a:gdLst>
                <a:gd name="csX0" fmla="*/ 1723292 w 1758461"/>
                <a:gd name="csY0" fmla="*/ 0 h 1943100"/>
                <a:gd name="csX1" fmla="*/ 1758461 w 1758461"/>
                <a:gd name="csY1" fmla="*/ 1257300 h 1943100"/>
                <a:gd name="csX2" fmla="*/ 1134207 w 1758461"/>
                <a:gd name="csY2" fmla="*/ 1283677 h 1943100"/>
                <a:gd name="csX3" fmla="*/ 1055077 w 1758461"/>
                <a:gd name="csY3" fmla="*/ 1943100 h 1943100"/>
                <a:gd name="csX4" fmla="*/ 782515 w 1758461"/>
                <a:gd name="csY4" fmla="*/ 1943100 h 1943100"/>
                <a:gd name="csX5" fmla="*/ 465992 w 1758461"/>
                <a:gd name="csY5" fmla="*/ 1494692 h 1943100"/>
                <a:gd name="csX6" fmla="*/ 114300 w 1758461"/>
                <a:gd name="csY6" fmla="*/ 1441938 h 1943100"/>
                <a:gd name="csX7" fmla="*/ 8792 w 1758461"/>
                <a:gd name="csY7" fmla="*/ 1327638 h 1943100"/>
                <a:gd name="csX8" fmla="*/ 0 w 1758461"/>
                <a:gd name="csY8" fmla="*/ 290146 h 1943100"/>
                <a:gd name="csX9" fmla="*/ 193430 w 1758461"/>
                <a:gd name="csY9" fmla="*/ 272561 h 1943100"/>
                <a:gd name="csX10" fmla="*/ 782515 w 1758461"/>
                <a:gd name="csY10" fmla="*/ 237392 h 1943100"/>
                <a:gd name="csX11" fmla="*/ 808892 w 1758461"/>
                <a:gd name="csY11" fmla="*/ 17584 h 1943100"/>
                <a:gd name="csX12" fmla="*/ 1723292 w 1758461"/>
                <a:gd name="csY12" fmla="*/ 0 h 19431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1758461" h="1943100">
                  <a:moveTo>
                    <a:pt x="1723292" y="0"/>
                  </a:moveTo>
                  <a:lnTo>
                    <a:pt x="1758461" y="1257300"/>
                  </a:lnTo>
                  <a:lnTo>
                    <a:pt x="1134207" y="1283677"/>
                  </a:lnTo>
                  <a:lnTo>
                    <a:pt x="1055077" y="1943100"/>
                  </a:lnTo>
                  <a:lnTo>
                    <a:pt x="782515" y="1943100"/>
                  </a:lnTo>
                  <a:lnTo>
                    <a:pt x="465992" y="1494692"/>
                  </a:lnTo>
                  <a:lnTo>
                    <a:pt x="114300" y="1441938"/>
                  </a:lnTo>
                  <a:lnTo>
                    <a:pt x="8792" y="1327638"/>
                  </a:lnTo>
                  <a:cubicBezTo>
                    <a:pt x="5861" y="981807"/>
                    <a:pt x="2931" y="635977"/>
                    <a:pt x="0" y="290146"/>
                  </a:cubicBezTo>
                  <a:lnTo>
                    <a:pt x="193430" y="272561"/>
                  </a:lnTo>
                  <a:lnTo>
                    <a:pt x="782515" y="237392"/>
                  </a:lnTo>
                  <a:lnTo>
                    <a:pt x="808892" y="17584"/>
                  </a:lnTo>
                  <a:lnTo>
                    <a:pt x="1723292" y="0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0EB955E-889F-21A7-1DF1-6DF48DAD2497}"/>
                </a:ext>
              </a:extLst>
            </p:cNvPr>
            <p:cNvSpPr txBox="1"/>
            <p:nvPr/>
          </p:nvSpPr>
          <p:spPr>
            <a:xfrm>
              <a:off x="8211648" y="4807059"/>
              <a:ext cx="1946763" cy="1815882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r>
                <a:rPr lang="ko-KR" altLang="en-US" sz="1400">
                  <a:latin typeface="+mj-lt"/>
                  <a:ea typeface="나눔고딕" panose="020D0604000000000000" pitchFamily="50" charset="-127"/>
                </a:rPr>
                <a:t>투어 갈 때는 어디 찍고 가는것보다 대충 감으로 </a:t>
              </a:r>
              <a:r>
                <a:rPr lang="en-US" altLang="ko-KR" sz="1400">
                  <a:latin typeface="+mj-lt"/>
                  <a:ea typeface="나눔고딕" panose="020D0604000000000000" pitchFamily="50" charset="-127"/>
                </a:rPr>
                <a:t>“</a:t>
              </a:r>
              <a:r>
                <a:rPr lang="ko-KR" altLang="en-US" sz="1400">
                  <a:latin typeface="+mj-lt"/>
                  <a:ea typeface="나눔고딕" panose="020D0604000000000000" pitchFamily="50" charset="-127"/>
                </a:rPr>
                <a:t>대략 여기쯤까지</a:t>
              </a:r>
              <a:r>
                <a:rPr lang="en-US" altLang="ko-KR" sz="1400">
                  <a:latin typeface="+mj-lt"/>
                  <a:ea typeface="나눔고딕" panose="020D0604000000000000" pitchFamily="50" charset="-127"/>
                </a:rPr>
                <a:t>”</a:t>
              </a:r>
              <a:r>
                <a:rPr lang="ko-KR" altLang="en-US" sz="1400">
                  <a:latin typeface="+mj-lt"/>
                  <a:ea typeface="나눔고딕" panose="020D0604000000000000" pitchFamily="50" charset="-127"/>
                </a:rPr>
                <a:t> 하고 거리와 방향으로 잡는게 편하니까</a:t>
              </a:r>
              <a:r>
                <a:rPr lang="en-US" altLang="ko-KR" sz="1400">
                  <a:latin typeface="+mj-lt"/>
                  <a:ea typeface="나눔고딕" panose="020D0604000000000000" pitchFamily="50" charset="-127"/>
                </a:rPr>
                <a:t>…</a:t>
              </a:r>
            </a:p>
            <a:p>
              <a:endParaRPr lang="en-US" altLang="ko-KR" sz="1400">
                <a:latin typeface="+mj-lt"/>
                <a:ea typeface="나눔고딕" panose="020D0604000000000000" pitchFamily="50" charset="-127"/>
              </a:endParaRPr>
            </a:p>
            <a:p>
              <a:r>
                <a:rPr lang="ko-KR" altLang="en-US" sz="1400">
                  <a:latin typeface="+mj-lt"/>
                  <a:ea typeface="나눔고딕" panose="020D0604000000000000" pitchFamily="50" charset="-127"/>
                </a:rPr>
                <a:t>화면구성은 일반 내비하고 비슷하게 하자고</a:t>
              </a:r>
              <a:endParaRPr lang="en-US" altLang="ko-KR" sz="1400">
                <a:latin typeface="+mj-lt"/>
                <a:ea typeface="나눔고딕" panose="020D0604000000000000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836877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CE21EA-8190-C85C-5A1B-D4D3DF18E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180C72-B66C-80D6-BA4F-7524744B2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7875"/>
          </a:xfrm>
        </p:spPr>
        <p:txBody>
          <a:bodyPr>
            <a:normAutofit/>
          </a:bodyPr>
          <a:lstStyle/>
          <a:p>
            <a:r>
              <a:rPr lang="ko-KR" altLang="en-US" sz="3200"/>
              <a:t>페이지 설계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1F98CB3-85B0-B790-1CD2-3C951CB680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43000"/>
            <a:ext cx="10515600" cy="5625612"/>
          </a:xfrm>
        </p:spPr>
        <p:txBody>
          <a:bodyPr>
            <a:normAutofit/>
          </a:bodyPr>
          <a:lstStyle/>
          <a:p>
            <a:endParaRPr lang="en-US" altLang="ko-KR" sz="1400">
              <a:latin typeface="+mn-ea"/>
            </a:endParaRPr>
          </a:p>
          <a:p>
            <a:r>
              <a:rPr lang="ko-KR" altLang="en-US" sz="1400">
                <a:latin typeface="+mn-ea"/>
              </a:rPr>
              <a:t>투어 종료 후 요약 페이지 </a:t>
            </a:r>
            <a:r>
              <a:rPr lang="en-US" altLang="ko-KR" sz="1400">
                <a:latin typeface="+mn-ea"/>
              </a:rPr>
              <a:t>(88 GPS </a:t>
            </a:r>
            <a:r>
              <a:rPr lang="ko-KR" altLang="en-US" sz="1400">
                <a:latin typeface="+mn-ea"/>
              </a:rPr>
              <a:t>앱 참조</a:t>
            </a:r>
            <a:r>
              <a:rPr lang="en-US" altLang="ko-KR" sz="1400">
                <a:latin typeface="+mn-ea"/>
              </a:rPr>
              <a:t>) : </a:t>
            </a:r>
            <a:r>
              <a:rPr lang="ko-KR" altLang="en-US" sz="1400">
                <a:latin typeface="+mn-ea"/>
              </a:rPr>
              <a:t>내비 종료 후 표시</a:t>
            </a:r>
            <a:r>
              <a:rPr lang="en-US" altLang="ko-KR" sz="1400">
                <a:latin typeface="+mn-ea"/>
              </a:rPr>
              <a:t>. </a:t>
            </a:r>
            <a:r>
              <a:rPr lang="ko-KR" altLang="en-US" sz="1400">
                <a:latin typeface="+mn-ea"/>
              </a:rPr>
              <a:t>나중에 별도 메뉴에서도 확인 가능</a:t>
            </a:r>
            <a:r>
              <a:rPr lang="en-US" altLang="ko-KR" sz="1400">
                <a:latin typeface="+mn-ea"/>
              </a:rPr>
              <a:t>.</a:t>
            </a:r>
          </a:p>
          <a:p>
            <a:pPr lvl="1"/>
            <a:r>
              <a:rPr lang="ko-KR" altLang="en-US" sz="1400">
                <a:latin typeface="+mn-ea"/>
              </a:rPr>
              <a:t>상단부 날짜</a:t>
            </a:r>
            <a:endParaRPr lang="en-US" altLang="ko-KR" sz="1400">
              <a:latin typeface="+mn-ea"/>
            </a:endParaRPr>
          </a:p>
          <a:p>
            <a:pPr lvl="1"/>
            <a:r>
              <a:rPr lang="ko-KR" altLang="en-US" sz="1400">
                <a:latin typeface="+mn-ea"/>
              </a:rPr>
              <a:t>시작시간</a:t>
            </a:r>
            <a:r>
              <a:rPr lang="en-US" altLang="ko-KR" sz="1400">
                <a:latin typeface="+mn-ea"/>
              </a:rPr>
              <a:t>~ </a:t>
            </a:r>
            <a:r>
              <a:rPr lang="ko-KR" altLang="en-US" sz="1400">
                <a:latin typeface="+mn-ea"/>
              </a:rPr>
              <a:t>종료시간</a:t>
            </a:r>
            <a:endParaRPr lang="en-US" altLang="ko-KR" sz="1400">
              <a:latin typeface="+mn-ea"/>
            </a:endParaRPr>
          </a:p>
          <a:p>
            <a:pPr lvl="1"/>
            <a:r>
              <a:rPr lang="ko-KR" altLang="en-US" sz="1400">
                <a:latin typeface="+mn-ea"/>
              </a:rPr>
              <a:t>총 주행거리</a:t>
            </a:r>
            <a:r>
              <a:rPr lang="en-US" altLang="ko-KR" sz="1400">
                <a:latin typeface="+mn-ea"/>
              </a:rPr>
              <a:t>, </a:t>
            </a:r>
            <a:r>
              <a:rPr lang="ko-KR" altLang="en-US" sz="1400">
                <a:latin typeface="+mn-ea"/>
              </a:rPr>
              <a:t>주행시간</a:t>
            </a:r>
            <a:r>
              <a:rPr lang="en-US" altLang="ko-KR" sz="1400">
                <a:latin typeface="+mn-ea"/>
              </a:rPr>
              <a:t>, </a:t>
            </a:r>
            <a:r>
              <a:rPr lang="ko-KR" altLang="en-US" sz="1400">
                <a:latin typeface="+mn-ea"/>
              </a:rPr>
              <a:t>평균속도</a:t>
            </a:r>
            <a:r>
              <a:rPr lang="en-US" altLang="ko-KR" sz="1400">
                <a:latin typeface="+mn-ea"/>
              </a:rPr>
              <a:t>, </a:t>
            </a:r>
            <a:r>
              <a:rPr lang="ko-KR" altLang="en-US" sz="1400">
                <a:latin typeface="+mn-ea"/>
              </a:rPr>
              <a:t>최고속도</a:t>
            </a:r>
            <a:endParaRPr lang="en-US" altLang="ko-KR" sz="1400">
              <a:latin typeface="+mn-ea"/>
            </a:endParaRPr>
          </a:p>
          <a:p>
            <a:pPr lvl="1"/>
            <a:r>
              <a:rPr lang="ko-KR" altLang="en-US" sz="1400">
                <a:latin typeface="+mn-ea"/>
              </a:rPr>
              <a:t>지도 상 이동 경로 표시</a:t>
            </a:r>
            <a:endParaRPr lang="en-US" altLang="ko-KR" sz="1400">
              <a:latin typeface="+mn-ea"/>
            </a:endParaRPr>
          </a:p>
          <a:p>
            <a:pPr lvl="1"/>
            <a:r>
              <a:rPr lang="ko-KR" altLang="en-US" sz="1400">
                <a:latin typeface="+mn-ea"/>
              </a:rPr>
              <a:t>공유 기능 </a:t>
            </a:r>
            <a:r>
              <a:rPr lang="en-US" altLang="ko-KR" sz="1400">
                <a:latin typeface="+mn-ea"/>
              </a:rPr>
              <a:t>(</a:t>
            </a:r>
            <a:r>
              <a:rPr lang="ko-KR" altLang="en-US" sz="1400">
                <a:latin typeface="+mn-ea"/>
              </a:rPr>
              <a:t>인스타</a:t>
            </a:r>
            <a:r>
              <a:rPr lang="en-US" altLang="ko-KR" sz="1400">
                <a:latin typeface="+mn-ea"/>
              </a:rPr>
              <a:t>, X) – </a:t>
            </a:r>
            <a:r>
              <a:rPr lang="ko-KR" altLang="en-US" sz="1400">
                <a:latin typeface="+mn-ea"/>
              </a:rPr>
              <a:t>주행거리가 표시된 지도를 공유  </a:t>
            </a:r>
            <a:r>
              <a:rPr lang="en-US" altLang="ko-KR" sz="1400">
                <a:latin typeface="+mn-ea"/>
              </a:rPr>
              <a:t>(</a:t>
            </a:r>
            <a:r>
              <a:rPr lang="ko-KR" altLang="en-US" sz="1400">
                <a:latin typeface="+mn-ea"/>
              </a:rPr>
              <a:t>단</a:t>
            </a:r>
            <a:r>
              <a:rPr lang="en-US" altLang="ko-KR" sz="1400">
                <a:latin typeface="+mn-ea"/>
              </a:rPr>
              <a:t>, </a:t>
            </a:r>
            <a:r>
              <a:rPr lang="ko-KR" altLang="en-US" sz="1400">
                <a:latin typeface="+mn-ea"/>
              </a:rPr>
              <a:t>인스타나 </a:t>
            </a:r>
            <a:r>
              <a:rPr lang="en-US" altLang="ko-KR" sz="1400">
                <a:latin typeface="+mn-ea"/>
              </a:rPr>
              <a:t>X</a:t>
            </a:r>
            <a:r>
              <a:rPr lang="ko-KR" altLang="en-US" sz="1400">
                <a:latin typeface="+mn-ea"/>
              </a:rPr>
              <a:t>에 올린 이미지나 영상이 제대로 로딩되는지 확인 필요</a:t>
            </a:r>
            <a:r>
              <a:rPr lang="en-US" altLang="ko-KR" sz="1400">
                <a:latin typeface="+mn-ea"/>
              </a:rPr>
              <a:t>. </a:t>
            </a:r>
            <a:r>
              <a:rPr lang="ko-KR" altLang="en-US" sz="1400">
                <a:latin typeface="+mn-ea"/>
              </a:rPr>
              <a:t>앱에서 이미지나 동영상을 땡겨올 수 없다면 다른 방안 제안 요망</a:t>
            </a:r>
            <a:r>
              <a:rPr lang="en-US" altLang="ko-KR" sz="1400">
                <a:latin typeface="+mn-ea"/>
              </a:rPr>
              <a:t>)</a:t>
            </a:r>
          </a:p>
          <a:p>
            <a:pPr lvl="1"/>
            <a:r>
              <a:rPr lang="ko-KR" altLang="en-US" sz="1400">
                <a:latin typeface="+mn-ea"/>
              </a:rPr>
              <a:t>최하단 광고</a:t>
            </a:r>
            <a:endParaRPr lang="en-US" altLang="ko-KR" sz="1400">
              <a:latin typeface="+mn-ea"/>
            </a:endParaRPr>
          </a:p>
          <a:p>
            <a:pPr lvl="1"/>
            <a:endParaRPr lang="en-US" altLang="ko-KR" sz="1400">
              <a:latin typeface="+mn-ea"/>
            </a:endParaRPr>
          </a:p>
          <a:p>
            <a:r>
              <a:rPr lang="ko-KR" altLang="en-US" sz="1400">
                <a:latin typeface="+mn-ea"/>
              </a:rPr>
              <a:t>사용자 아이콘</a:t>
            </a:r>
            <a:r>
              <a:rPr lang="en-US" altLang="ko-KR" sz="1400">
                <a:latin typeface="+mn-ea"/>
              </a:rPr>
              <a:t>/ID </a:t>
            </a:r>
            <a:r>
              <a:rPr lang="ko-KR" altLang="en-US" sz="1400">
                <a:latin typeface="+mn-ea"/>
              </a:rPr>
              <a:t>눌렀을 때의 플로팅 화면</a:t>
            </a:r>
            <a:endParaRPr lang="en-US" altLang="ko-KR" sz="1400">
              <a:latin typeface="+mn-ea"/>
            </a:endParaRPr>
          </a:p>
          <a:p>
            <a:pPr lvl="1"/>
            <a:r>
              <a:rPr lang="ko-KR" altLang="en-US" sz="1400">
                <a:latin typeface="+mn-ea"/>
              </a:rPr>
              <a:t>프로필 사진</a:t>
            </a:r>
            <a:endParaRPr lang="en-US" altLang="ko-KR" sz="1400">
              <a:latin typeface="+mn-ea"/>
            </a:endParaRPr>
          </a:p>
          <a:p>
            <a:pPr lvl="1"/>
            <a:r>
              <a:rPr lang="ko-KR" altLang="en-US" sz="1400">
                <a:latin typeface="+mn-ea"/>
              </a:rPr>
              <a:t>닉네임</a:t>
            </a:r>
            <a:endParaRPr lang="en-US" altLang="ko-KR" sz="1400">
              <a:latin typeface="+mn-ea"/>
            </a:endParaRPr>
          </a:p>
          <a:p>
            <a:pPr lvl="1"/>
            <a:r>
              <a:rPr lang="ko-KR" altLang="en-US" sz="1400">
                <a:latin typeface="+mn-ea"/>
              </a:rPr>
              <a:t>짧은 자기소개글</a:t>
            </a:r>
            <a:endParaRPr lang="en-US" altLang="ko-KR" sz="1400">
              <a:latin typeface="+mn-ea"/>
            </a:endParaRPr>
          </a:p>
          <a:p>
            <a:pPr lvl="1"/>
            <a:r>
              <a:rPr lang="ko-KR" altLang="en-US" sz="1400">
                <a:latin typeface="+mn-ea"/>
              </a:rPr>
              <a:t>인스타 </a:t>
            </a:r>
            <a:r>
              <a:rPr lang="en-US" altLang="ko-KR" sz="1400">
                <a:latin typeface="+mn-ea"/>
              </a:rPr>
              <a:t>/ X </a:t>
            </a:r>
            <a:r>
              <a:rPr lang="ko-KR" altLang="en-US" sz="1400">
                <a:latin typeface="+mn-ea"/>
              </a:rPr>
              <a:t>등의 아이콘 </a:t>
            </a:r>
            <a:r>
              <a:rPr lang="en-US" altLang="ko-KR" sz="1400">
                <a:latin typeface="+mn-ea"/>
              </a:rPr>
              <a:t>(</a:t>
            </a:r>
            <a:r>
              <a:rPr lang="ko-KR" altLang="en-US" sz="1400">
                <a:latin typeface="+mn-ea"/>
              </a:rPr>
              <a:t>등록시</a:t>
            </a:r>
            <a:r>
              <a:rPr lang="en-US" altLang="ko-KR" sz="1400">
                <a:latin typeface="+mn-ea"/>
              </a:rPr>
              <a:t>)</a:t>
            </a:r>
          </a:p>
          <a:p>
            <a:pPr lvl="1"/>
            <a:r>
              <a:rPr lang="ko-KR" altLang="en-US" sz="1400">
                <a:latin typeface="+mn-ea"/>
              </a:rPr>
              <a:t>바이크 기종 및 배기량 </a:t>
            </a:r>
            <a:r>
              <a:rPr lang="en-US" altLang="ko-KR" sz="1400">
                <a:latin typeface="+mn-ea"/>
              </a:rPr>
              <a:t>(</a:t>
            </a:r>
            <a:r>
              <a:rPr lang="ko-KR" altLang="en-US" sz="1400">
                <a:latin typeface="+mn-ea"/>
              </a:rPr>
              <a:t>등록시</a:t>
            </a:r>
            <a:r>
              <a:rPr lang="en-US" altLang="ko-KR" sz="1400">
                <a:latin typeface="+mn-ea"/>
              </a:rPr>
              <a:t>)</a:t>
            </a:r>
          </a:p>
          <a:p>
            <a:pPr lvl="1"/>
            <a:r>
              <a:rPr lang="ko-KR" altLang="en-US" sz="1400">
                <a:latin typeface="+mn-ea"/>
              </a:rPr>
              <a:t>♡ 버튼</a:t>
            </a:r>
            <a:r>
              <a:rPr lang="en-US" altLang="ko-KR" sz="1400">
                <a:latin typeface="+mn-ea"/>
              </a:rPr>
              <a:t>. </a:t>
            </a:r>
            <a:r>
              <a:rPr lang="ko-KR" altLang="en-US" sz="1400">
                <a:latin typeface="+mn-ea"/>
              </a:rPr>
              <a:t>하트는 </a:t>
            </a:r>
            <a:r>
              <a:rPr lang="en-US" altLang="ko-KR" sz="1400">
                <a:latin typeface="+mn-ea"/>
              </a:rPr>
              <a:t>ID </a:t>
            </a:r>
            <a:r>
              <a:rPr lang="ko-KR" altLang="en-US" sz="1400">
                <a:latin typeface="+mn-ea"/>
              </a:rPr>
              <a:t>본인만 누가 눌렀는지 확인 가능 </a:t>
            </a:r>
            <a:r>
              <a:rPr lang="en-US" altLang="ko-KR" sz="1400">
                <a:latin typeface="+mn-ea"/>
              </a:rPr>
              <a:t>(</a:t>
            </a:r>
            <a:r>
              <a:rPr lang="ko-KR" altLang="en-US" sz="1400">
                <a:latin typeface="+mn-ea"/>
              </a:rPr>
              <a:t>타인은 확인불가</a:t>
            </a:r>
            <a:r>
              <a:rPr lang="en-US" altLang="ko-KR" sz="1400">
                <a:latin typeface="+mn-ea"/>
              </a:rPr>
              <a:t>). </a:t>
            </a:r>
          </a:p>
          <a:p>
            <a:pPr marL="457200" lvl="1" indent="0">
              <a:buNone/>
            </a:pPr>
            <a:r>
              <a:rPr lang="en-US" altLang="ko-KR" sz="1400">
                <a:latin typeface="+mn-ea"/>
              </a:rPr>
              <a:t>     </a:t>
            </a:r>
            <a:r>
              <a:rPr lang="ko-KR" altLang="en-US" sz="1400">
                <a:latin typeface="+mn-ea"/>
              </a:rPr>
              <a:t>하트 숫자는 표시 안함 </a:t>
            </a:r>
            <a:r>
              <a:rPr lang="en-US" altLang="ko-KR" sz="1400">
                <a:latin typeface="+mn-ea"/>
              </a:rPr>
              <a:t>(</a:t>
            </a:r>
            <a:r>
              <a:rPr lang="ko-KR" altLang="en-US" sz="1400">
                <a:latin typeface="+mn-ea"/>
              </a:rPr>
              <a:t>표시하면 유튜브 좋아요 숫자처럼 그걸로 난리 남</a:t>
            </a:r>
            <a:r>
              <a:rPr lang="en-US" altLang="ko-KR" sz="1400">
                <a:latin typeface="+mn-ea"/>
              </a:rPr>
              <a:t>)</a:t>
            </a:r>
          </a:p>
          <a:p>
            <a:endParaRPr lang="en-US" altLang="ko-KR" sz="1400">
              <a:latin typeface="+mn-ea"/>
            </a:endParaRPr>
          </a:p>
          <a:p>
            <a:endParaRPr lang="en-US" altLang="ko-KR" sz="1400">
              <a:latin typeface="+mn-ea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E3CA8535-357D-E421-1B88-C189B8DCC8CE}"/>
              </a:ext>
            </a:extLst>
          </p:cNvPr>
          <p:cNvGrpSpPr/>
          <p:nvPr/>
        </p:nvGrpSpPr>
        <p:grpSpPr>
          <a:xfrm>
            <a:off x="8086725" y="4737100"/>
            <a:ext cx="4076700" cy="2101284"/>
            <a:chOff x="8086725" y="4737100"/>
            <a:chExt cx="4076700" cy="2101284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9EB1C3D0-523E-79E0-F2ED-316C99E8445F}"/>
                </a:ext>
              </a:extLst>
            </p:cNvPr>
            <p:cNvSpPr/>
            <p:nvPr/>
          </p:nvSpPr>
          <p:spPr>
            <a:xfrm>
              <a:off x="8086725" y="4737100"/>
              <a:ext cx="4076700" cy="2082800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54934AFC-C9E8-6AD0-1F0C-53CB20AB254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rcRect l="9786"/>
            <a:stretch>
              <a:fillRect/>
            </a:stretch>
          </p:blipFill>
          <p:spPr>
            <a:xfrm>
              <a:off x="8153399" y="4737100"/>
              <a:ext cx="4010025" cy="2082800"/>
            </a:xfrm>
            <a:prstGeom prst="rect">
              <a:avLst/>
            </a:prstGeom>
          </p:spPr>
        </p:pic>
        <p:sp>
          <p:nvSpPr>
            <p:cNvPr id="8" name="자유형: 도형 7">
              <a:extLst>
                <a:ext uri="{FF2B5EF4-FFF2-40B4-BE49-F238E27FC236}">
                  <a16:creationId xmlns:a16="http://schemas.microsoft.com/office/drawing/2014/main" id="{BFB2EF90-6B98-88CE-2EBF-5142D2C07764}"/>
                </a:ext>
              </a:extLst>
            </p:cNvPr>
            <p:cNvSpPr/>
            <p:nvPr/>
          </p:nvSpPr>
          <p:spPr>
            <a:xfrm>
              <a:off x="8132885" y="4765431"/>
              <a:ext cx="1758461" cy="1943100"/>
            </a:xfrm>
            <a:custGeom>
              <a:avLst/>
              <a:gdLst>
                <a:gd name="csX0" fmla="*/ 1723292 w 1758461"/>
                <a:gd name="csY0" fmla="*/ 0 h 1943100"/>
                <a:gd name="csX1" fmla="*/ 1758461 w 1758461"/>
                <a:gd name="csY1" fmla="*/ 1257300 h 1943100"/>
                <a:gd name="csX2" fmla="*/ 1134207 w 1758461"/>
                <a:gd name="csY2" fmla="*/ 1283677 h 1943100"/>
                <a:gd name="csX3" fmla="*/ 1055077 w 1758461"/>
                <a:gd name="csY3" fmla="*/ 1943100 h 1943100"/>
                <a:gd name="csX4" fmla="*/ 782515 w 1758461"/>
                <a:gd name="csY4" fmla="*/ 1943100 h 1943100"/>
                <a:gd name="csX5" fmla="*/ 465992 w 1758461"/>
                <a:gd name="csY5" fmla="*/ 1494692 h 1943100"/>
                <a:gd name="csX6" fmla="*/ 114300 w 1758461"/>
                <a:gd name="csY6" fmla="*/ 1441938 h 1943100"/>
                <a:gd name="csX7" fmla="*/ 8792 w 1758461"/>
                <a:gd name="csY7" fmla="*/ 1327638 h 1943100"/>
                <a:gd name="csX8" fmla="*/ 0 w 1758461"/>
                <a:gd name="csY8" fmla="*/ 290146 h 1943100"/>
                <a:gd name="csX9" fmla="*/ 193430 w 1758461"/>
                <a:gd name="csY9" fmla="*/ 272561 h 1943100"/>
                <a:gd name="csX10" fmla="*/ 782515 w 1758461"/>
                <a:gd name="csY10" fmla="*/ 237392 h 1943100"/>
                <a:gd name="csX11" fmla="*/ 808892 w 1758461"/>
                <a:gd name="csY11" fmla="*/ 17584 h 1943100"/>
                <a:gd name="csX12" fmla="*/ 1723292 w 1758461"/>
                <a:gd name="csY12" fmla="*/ 0 h 19431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1758461" h="1943100">
                  <a:moveTo>
                    <a:pt x="1723292" y="0"/>
                  </a:moveTo>
                  <a:lnTo>
                    <a:pt x="1758461" y="1257300"/>
                  </a:lnTo>
                  <a:lnTo>
                    <a:pt x="1134207" y="1283677"/>
                  </a:lnTo>
                  <a:lnTo>
                    <a:pt x="1055077" y="1943100"/>
                  </a:lnTo>
                  <a:lnTo>
                    <a:pt x="782515" y="1943100"/>
                  </a:lnTo>
                  <a:lnTo>
                    <a:pt x="465992" y="1494692"/>
                  </a:lnTo>
                  <a:lnTo>
                    <a:pt x="114300" y="1441938"/>
                  </a:lnTo>
                  <a:lnTo>
                    <a:pt x="8792" y="1327638"/>
                  </a:lnTo>
                  <a:cubicBezTo>
                    <a:pt x="5861" y="981807"/>
                    <a:pt x="2931" y="635977"/>
                    <a:pt x="0" y="290146"/>
                  </a:cubicBezTo>
                  <a:lnTo>
                    <a:pt x="193430" y="272561"/>
                  </a:lnTo>
                  <a:lnTo>
                    <a:pt x="782515" y="237392"/>
                  </a:lnTo>
                  <a:lnTo>
                    <a:pt x="808892" y="17584"/>
                  </a:lnTo>
                  <a:lnTo>
                    <a:pt x="1723292" y="0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CEEC6DD-E0A5-5BD0-F270-7CAE96330660}"/>
                </a:ext>
              </a:extLst>
            </p:cNvPr>
            <p:cNvSpPr txBox="1"/>
            <p:nvPr/>
          </p:nvSpPr>
          <p:spPr>
            <a:xfrm>
              <a:off x="8211648" y="4807059"/>
              <a:ext cx="1946763" cy="2031325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r>
                <a:rPr lang="ko-KR" altLang="en-US" sz="1400">
                  <a:latin typeface="+mj-lt"/>
                  <a:ea typeface="나눔고딕" panose="020D0604000000000000" pitchFamily="50" charset="-127"/>
                </a:rPr>
                <a:t>내가 투어링 한 코스를 기록으로 남기는 것도 필요하지만</a:t>
              </a:r>
              <a:r>
                <a:rPr lang="en-US" altLang="ko-KR" sz="1400">
                  <a:latin typeface="+mj-lt"/>
                  <a:ea typeface="나눔고딕" panose="020D0604000000000000" pitchFamily="50" charset="-127"/>
                </a:rPr>
                <a:t>, </a:t>
              </a:r>
              <a:r>
                <a:rPr lang="ko-KR" altLang="en-US" sz="1400">
                  <a:latin typeface="+mj-lt"/>
                  <a:ea typeface="나눔고딕" panose="020D0604000000000000" pitchFamily="50" charset="-127"/>
                </a:rPr>
                <a:t>역시 투어 마치고서 바로 보는 게 중요하지</a:t>
              </a:r>
              <a:r>
                <a:rPr lang="en-US" altLang="ko-KR" sz="1400">
                  <a:latin typeface="+mj-lt"/>
                  <a:ea typeface="나눔고딕" panose="020D0604000000000000" pitchFamily="50" charset="-127"/>
                </a:rPr>
                <a:t>.</a:t>
              </a:r>
              <a:r>
                <a:rPr lang="ko-KR" altLang="en-US" sz="1400">
                  <a:latin typeface="+mj-lt"/>
                  <a:ea typeface="나눔고딕" panose="020D0604000000000000" pitchFamily="50" charset="-127"/>
                </a:rPr>
                <a:t> </a:t>
              </a:r>
              <a:endParaRPr lang="en-US" altLang="ko-KR" sz="1400">
                <a:latin typeface="+mj-lt"/>
                <a:ea typeface="나눔고딕" panose="020D0604000000000000" pitchFamily="50" charset="-127"/>
              </a:endParaRPr>
            </a:p>
            <a:p>
              <a:r>
                <a:rPr lang="ko-KR" altLang="en-US" sz="1400">
                  <a:latin typeface="+mj-lt"/>
                  <a:ea typeface="나눔고딕" panose="020D0604000000000000" pitchFamily="50" charset="-127"/>
                </a:rPr>
                <a:t>프로필은 되도록 개인정보는 포함 안되게 하자고</a:t>
              </a:r>
              <a:r>
                <a:rPr lang="en-US" altLang="ko-KR" sz="1400">
                  <a:latin typeface="+mj-lt"/>
                  <a:ea typeface="나눔고딕" panose="020D0604000000000000" pitchFamily="50" charset="-127"/>
                </a:rPr>
                <a:t>. </a:t>
              </a:r>
              <a:r>
                <a:rPr lang="ko-KR" altLang="en-US" sz="1400">
                  <a:latin typeface="+mj-lt"/>
                  <a:ea typeface="나눔고딕" panose="020D0604000000000000" pitchFamily="50" charset="-127"/>
                </a:rPr>
                <a:t>해킹되면 내 책임이고</a:t>
              </a:r>
              <a:r>
                <a:rPr lang="en-US" altLang="ko-KR" sz="1400">
                  <a:latin typeface="+mj-lt"/>
                  <a:ea typeface="나눔고딕" panose="020D0604000000000000" pitchFamily="50" charset="-127"/>
                </a:rPr>
                <a:t>…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909813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40DBF4-70FE-0557-9052-E61C7F15E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D30137-0C4B-DCB0-63CD-FE5E5DF15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7875"/>
          </a:xfrm>
        </p:spPr>
        <p:txBody>
          <a:bodyPr>
            <a:normAutofit/>
          </a:bodyPr>
          <a:lstStyle/>
          <a:p>
            <a:r>
              <a:rPr lang="ko-KR" altLang="en-US" sz="3200"/>
              <a:t>페이지 설계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602A08E-15A2-DFFB-CE3E-F42A64E1FC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43000"/>
            <a:ext cx="10515600" cy="5625612"/>
          </a:xfrm>
        </p:spPr>
        <p:txBody>
          <a:bodyPr>
            <a:noAutofit/>
          </a:bodyPr>
          <a:lstStyle/>
          <a:p>
            <a:r>
              <a:rPr lang="ko-KR" altLang="en-US" sz="1200">
                <a:latin typeface="+mn-ea"/>
              </a:rPr>
              <a:t>추천코스 등록 화면</a:t>
            </a:r>
            <a:endParaRPr lang="en-US" altLang="ko-KR" sz="1200">
              <a:latin typeface="+mn-ea"/>
            </a:endParaRPr>
          </a:p>
          <a:p>
            <a:pPr lvl="1"/>
            <a:r>
              <a:rPr lang="ko-KR" altLang="en-US" sz="1200">
                <a:latin typeface="+mn-ea"/>
              </a:rPr>
              <a:t>내비게이션 지도 화면과 동일하게 내 위치가 중심</a:t>
            </a:r>
            <a:r>
              <a:rPr lang="en-US" altLang="ko-KR" sz="1200">
                <a:latin typeface="+mn-ea"/>
              </a:rPr>
              <a:t>.</a:t>
            </a:r>
          </a:p>
          <a:p>
            <a:pPr lvl="1"/>
            <a:r>
              <a:rPr lang="ko-KR" altLang="en-US" sz="1200">
                <a:latin typeface="+mn-ea"/>
              </a:rPr>
              <a:t>지도 상 한 군데 터치하면 </a:t>
            </a:r>
            <a:r>
              <a:rPr lang="en-US" altLang="ko-KR" sz="1200">
                <a:latin typeface="+mn-ea"/>
              </a:rPr>
              <a:t>‘</a:t>
            </a:r>
            <a:r>
              <a:rPr lang="ko-KR" altLang="en-US" sz="1200">
                <a:latin typeface="+mn-ea"/>
              </a:rPr>
              <a:t>출발지</a:t>
            </a:r>
            <a:r>
              <a:rPr lang="en-US" altLang="ko-KR" sz="1200">
                <a:latin typeface="+mn-ea"/>
              </a:rPr>
              <a:t>‘ ‘</a:t>
            </a:r>
            <a:r>
              <a:rPr lang="ko-KR" altLang="en-US" sz="1200">
                <a:latin typeface="+mn-ea"/>
              </a:rPr>
              <a:t>경유지</a:t>
            </a:r>
            <a:r>
              <a:rPr lang="en-US" altLang="ko-KR" sz="1200">
                <a:latin typeface="+mn-ea"/>
              </a:rPr>
              <a:t>’ ‘</a:t>
            </a:r>
            <a:r>
              <a:rPr lang="ko-KR" altLang="en-US" sz="1200">
                <a:latin typeface="+mn-ea"/>
              </a:rPr>
              <a:t>도착지</a:t>
            </a:r>
            <a:r>
              <a:rPr lang="en-US" altLang="ko-KR" sz="1200">
                <a:latin typeface="+mn-ea"/>
              </a:rPr>
              <a:t>‘ </a:t>
            </a:r>
            <a:r>
              <a:rPr lang="ko-KR" altLang="en-US" sz="1200">
                <a:latin typeface="+mn-ea"/>
              </a:rPr>
              <a:t>선택 플로팅 버튼</a:t>
            </a:r>
            <a:r>
              <a:rPr lang="en-US" altLang="ko-KR" sz="1200">
                <a:latin typeface="+mn-ea"/>
              </a:rPr>
              <a:t>.</a:t>
            </a:r>
          </a:p>
          <a:p>
            <a:pPr lvl="1"/>
            <a:r>
              <a:rPr lang="ko-KR" altLang="en-US" sz="1200">
                <a:latin typeface="+mn-ea"/>
              </a:rPr>
              <a:t>출발지 설정하고 경유지나 도착지를 고르면 자동으로 길 위에 녹색 선으로 최적 경로 표시</a:t>
            </a:r>
            <a:r>
              <a:rPr lang="en-US" altLang="ko-KR" sz="1200">
                <a:latin typeface="+mn-ea"/>
              </a:rPr>
              <a:t>.</a:t>
            </a:r>
          </a:p>
          <a:p>
            <a:pPr lvl="1"/>
            <a:r>
              <a:rPr lang="ko-KR" altLang="en-US" sz="1200">
                <a:latin typeface="+mn-ea"/>
              </a:rPr>
              <a:t>이 때</a:t>
            </a:r>
            <a:r>
              <a:rPr lang="en-US" altLang="ko-KR" sz="1200">
                <a:latin typeface="+mn-ea"/>
              </a:rPr>
              <a:t>, </a:t>
            </a:r>
            <a:r>
              <a:rPr lang="ko-KR" altLang="en-US" sz="1200">
                <a:latin typeface="+mn-ea"/>
              </a:rPr>
              <a:t>사용자가 의도한 경로가 아닐 경우</a:t>
            </a:r>
            <a:r>
              <a:rPr lang="en-US" altLang="ko-KR" sz="1200">
                <a:latin typeface="+mn-ea"/>
              </a:rPr>
              <a:t>, </a:t>
            </a:r>
            <a:r>
              <a:rPr lang="ko-KR" altLang="en-US" sz="1200">
                <a:latin typeface="+mn-ea"/>
              </a:rPr>
              <a:t>사용자는 경유지를 추가함으로서 자신이 원하는 코스로 커스터마이징 가능</a:t>
            </a:r>
            <a:endParaRPr lang="en-US" altLang="ko-KR" sz="1200">
              <a:latin typeface="+mn-ea"/>
            </a:endParaRPr>
          </a:p>
          <a:p>
            <a:pPr lvl="1"/>
            <a:r>
              <a:rPr lang="ko-KR" altLang="en-US" sz="1200">
                <a:latin typeface="+mn-ea"/>
              </a:rPr>
              <a:t>아래에는 등록 버튼과 취소 버튼</a:t>
            </a:r>
            <a:r>
              <a:rPr lang="en-US" altLang="ko-KR" sz="1200">
                <a:latin typeface="+mn-ea"/>
              </a:rPr>
              <a:t>. </a:t>
            </a:r>
            <a:r>
              <a:rPr lang="ko-KR" altLang="en-US" sz="1200">
                <a:latin typeface="+mn-ea"/>
              </a:rPr>
              <a:t>취소 버튼 누르면 초기화</a:t>
            </a:r>
            <a:endParaRPr lang="en-US" altLang="ko-KR" sz="1200">
              <a:latin typeface="+mn-ea"/>
            </a:endParaRPr>
          </a:p>
          <a:p>
            <a:pPr lvl="1"/>
            <a:r>
              <a:rPr lang="ko-KR" altLang="en-US" sz="1200">
                <a:latin typeface="+mn-ea"/>
              </a:rPr>
              <a:t>등록 버튼 누르면 플로팅 팝업이 떠서 정보 입력 화면</a:t>
            </a:r>
            <a:endParaRPr lang="en-US" altLang="ko-KR" sz="1200">
              <a:latin typeface="+mn-ea"/>
            </a:endParaRPr>
          </a:p>
          <a:p>
            <a:pPr marL="720725" lvl="1" indent="0">
              <a:buNone/>
            </a:pPr>
            <a:r>
              <a:rPr lang="en-US" altLang="ko-KR" sz="1200">
                <a:latin typeface="+mn-ea"/>
              </a:rPr>
              <a:t>- </a:t>
            </a:r>
            <a:r>
              <a:rPr lang="ko-KR" altLang="en-US" sz="1200">
                <a:latin typeface="+mn-ea"/>
              </a:rPr>
              <a:t>코스 별칭 </a:t>
            </a:r>
            <a:r>
              <a:rPr lang="en-US" altLang="ko-KR" sz="1200">
                <a:latin typeface="+mn-ea"/>
              </a:rPr>
              <a:t>(</a:t>
            </a:r>
            <a:r>
              <a:rPr lang="ko-KR" altLang="en-US" sz="1200">
                <a:latin typeface="+mn-ea"/>
              </a:rPr>
              <a:t>제목</a:t>
            </a:r>
            <a:r>
              <a:rPr lang="en-US" altLang="ko-KR" sz="1200">
                <a:latin typeface="+mn-ea"/>
              </a:rPr>
              <a:t>)</a:t>
            </a:r>
          </a:p>
          <a:p>
            <a:pPr marL="720725" lvl="1" indent="0">
              <a:buNone/>
            </a:pPr>
            <a:r>
              <a:rPr lang="en-US" altLang="ko-KR" sz="1200">
                <a:latin typeface="+mn-ea"/>
              </a:rPr>
              <a:t>- </a:t>
            </a:r>
            <a:r>
              <a:rPr lang="ko-KR" altLang="en-US" sz="1200">
                <a:latin typeface="+mn-ea"/>
              </a:rPr>
              <a:t>특징 입력 </a:t>
            </a:r>
            <a:r>
              <a:rPr lang="en-US" altLang="ko-KR" sz="1200">
                <a:latin typeface="+mn-ea"/>
              </a:rPr>
              <a:t>(</a:t>
            </a:r>
            <a:r>
              <a:rPr lang="ko-KR" altLang="en-US" sz="1200">
                <a:latin typeface="+mn-ea"/>
              </a:rPr>
              <a:t>자동으로 </a:t>
            </a:r>
            <a:r>
              <a:rPr lang="en-US" altLang="ko-KR" sz="1200">
                <a:latin typeface="+mn-ea"/>
              </a:rPr>
              <a:t># </a:t>
            </a:r>
            <a:r>
              <a:rPr lang="ko-KR" altLang="en-US" sz="1200">
                <a:latin typeface="+mn-ea"/>
              </a:rPr>
              <a:t>달리도록 하여 단어 단위로</a:t>
            </a:r>
            <a:r>
              <a:rPr lang="en-US" altLang="ko-KR" sz="1200">
                <a:latin typeface="+mn-ea"/>
              </a:rPr>
              <a:t>. </a:t>
            </a:r>
            <a:r>
              <a:rPr lang="ko-KR" altLang="en-US" sz="1200">
                <a:latin typeface="+mn-ea"/>
              </a:rPr>
              <a:t>인스타 </a:t>
            </a:r>
            <a:r>
              <a:rPr lang="en-US" altLang="ko-KR" sz="1200">
                <a:latin typeface="+mn-ea"/>
              </a:rPr>
              <a:t># </a:t>
            </a:r>
            <a:r>
              <a:rPr lang="ko-KR" altLang="en-US" sz="1200">
                <a:latin typeface="+mn-ea"/>
              </a:rPr>
              <a:t>추천처럼</a:t>
            </a:r>
            <a:r>
              <a:rPr lang="en-US" altLang="ko-KR" sz="1200">
                <a:latin typeface="+mn-ea"/>
              </a:rPr>
              <a:t>)</a:t>
            </a:r>
          </a:p>
          <a:p>
            <a:pPr marL="892175" lvl="1" indent="-171450">
              <a:buFontTx/>
              <a:buChar char="-"/>
            </a:pPr>
            <a:r>
              <a:rPr lang="ko-KR" altLang="en-US" sz="1200">
                <a:latin typeface="+mn-ea"/>
              </a:rPr>
              <a:t>사진 등록 </a:t>
            </a:r>
            <a:r>
              <a:rPr lang="en-US" altLang="ko-KR" sz="1200">
                <a:latin typeface="+mn-ea"/>
              </a:rPr>
              <a:t>(</a:t>
            </a:r>
            <a:r>
              <a:rPr lang="ko-KR" altLang="en-US" sz="1200">
                <a:latin typeface="+mn-ea"/>
              </a:rPr>
              <a:t>여러장 가능</a:t>
            </a:r>
            <a:r>
              <a:rPr lang="en-US" altLang="ko-KR" sz="1200">
                <a:latin typeface="+mn-ea"/>
              </a:rPr>
              <a:t>. </a:t>
            </a:r>
            <a:r>
              <a:rPr lang="ko-KR" altLang="en-US" sz="1200">
                <a:latin typeface="+mn-ea"/>
              </a:rPr>
              <a:t>공식 인스타 계정에 위의 코스 별칭</a:t>
            </a:r>
            <a:r>
              <a:rPr lang="en-US" altLang="ko-KR" sz="1200">
                <a:latin typeface="+mn-ea"/>
              </a:rPr>
              <a:t>, </a:t>
            </a:r>
            <a:r>
              <a:rPr lang="ko-KR" altLang="en-US" sz="1200">
                <a:latin typeface="+mn-ea"/>
              </a:rPr>
              <a:t>특징이 텍스트로 자동 입력</a:t>
            </a:r>
            <a:r>
              <a:rPr lang="en-US" altLang="ko-KR" sz="1200">
                <a:latin typeface="+mn-ea"/>
              </a:rPr>
              <a:t>.</a:t>
            </a:r>
          </a:p>
          <a:p>
            <a:pPr marL="685800" marR="0" lvl="1" indent="-228600" algn="l" defTabSz="914400" rtl="0" eaLnBrk="1" fontAlgn="auto" latinLnBrk="1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기존 등록 코스와 </a:t>
            </a:r>
            <a:r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70% </a:t>
            </a: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이상 겹치면 </a:t>
            </a:r>
            <a:r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“</a:t>
            </a: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이미 등록된 코스입니다</a:t>
            </a:r>
            <a:r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“ </a:t>
            </a: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하고 팝업 나오고 다시 코스 화면으로</a:t>
            </a:r>
            <a:r>
              <a:rPr lang="en-US" altLang="ko-KR" sz="120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20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</a:t>
            </a:r>
            <a:r>
              <a:rPr lang="en-US" altLang="ko-KR" sz="120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초기화는 하지 않음</a:t>
            </a:r>
            <a:r>
              <a:rPr lang="en-US" altLang="ko-KR" sz="120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en-US" altLang="ko-KR" sz="1200">
              <a:latin typeface="+mn-ea"/>
            </a:endParaRPr>
          </a:p>
          <a:p>
            <a:pPr lvl="1"/>
            <a:r>
              <a:rPr lang="ko-KR" altLang="en-US" sz="1200">
                <a:latin typeface="+mn-ea"/>
              </a:rPr>
              <a:t>최하단 광고</a:t>
            </a:r>
            <a:endParaRPr lang="en-US" altLang="ko-KR" sz="1200">
              <a:latin typeface="+mn-ea"/>
            </a:endParaRPr>
          </a:p>
          <a:p>
            <a:pPr lvl="1"/>
            <a:endParaRPr lang="en-US" altLang="ko-KR" sz="1200">
              <a:latin typeface="+mn-ea"/>
            </a:endParaRPr>
          </a:p>
          <a:p>
            <a:r>
              <a:rPr lang="ko-KR" altLang="en-US" sz="1200">
                <a:latin typeface="+mn-ea"/>
              </a:rPr>
              <a:t>추천코스 평가 플로팅</a:t>
            </a:r>
            <a:endParaRPr lang="en-US" altLang="ko-KR" sz="1200">
              <a:latin typeface="+mn-ea"/>
            </a:endParaRPr>
          </a:p>
          <a:p>
            <a:pPr lvl="1"/>
            <a:r>
              <a:rPr lang="ko-KR" altLang="en-US" sz="1200">
                <a:latin typeface="+mn-ea"/>
              </a:rPr>
              <a:t>추천코스를 터치하면 플로팅 화면으로 코스 등록자</a:t>
            </a:r>
            <a:r>
              <a:rPr lang="en-US" altLang="ko-KR" sz="1200">
                <a:latin typeface="+mn-ea"/>
              </a:rPr>
              <a:t>, </a:t>
            </a:r>
            <a:r>
              <a:rPr lang="ko-KR" altLang="en-US" sz="1200">
                <a:latin typeface="+mn-ea"/>
              </a:rPr>
              <a:t>사진</a:t>
            </a:r>
            <a:r>
              <a:rPr lang="en-US" altLang="ko-KR" sz="1200">
                <a:latin typeface="+mn-ea"/>
              </a:rPr>
              <a:t>, </a:t>
            </a:r>
            <a:r>
              <a:rPr lang="ko-KR" altLang="en-US" sz="1200">
                <a:latin typeface="+mn-ea"/>
              </a:rPr>
              <a:t>이름</a:t>
            </a:r>
            <a:r>
              <a:rPr lang="en-US" altLang="ko-KR" sz="1200">
                <a:latin typeface="+mn-ea"/>
              </a:rPr>
              <a:t>, </a:t>
            </a:r>
            <a:r>
              <a:rPr lang="ko-KR" altLang="en-US" sz="1200">
                <a:latin typeface="+mn-ea"/>
              </a:rPr>
              <a:t>설명 표시</a:t>
            </a:r>
            <a:r>
              <a:rPr lang="en-US" altLang="ko-KR" sz="1200">
                <a:latin typeface="+mn-ea"/>
              </a:rPr>
              <a:t>. </a:t>
            </a:r>
            <a:r>
              <a:rPr lang="ko-KR" altLang="en-US" sz="1200">
                <a:latin typeface="+mn-ea"/>
              </a:rPr>
              <a:t>인스타 </a:t>
            </a:r>
            <a:r>
              <a:rPr lang="en-US" altLang="ko-KR" sz="1200">
                <a:latin typeface="+mn-ea"/>
              </a:rPr>
              <a:t>/ X</a:t>
            </a:r>
            <a:r>
              <a:rPr lang="ko-KR" altLang="en-US" sz="1200">
                <a:latin typeface="+mn-ea"/>
              </a:rPr>
              <a:t> 공개 시 </a:t>
            </a:r>
            <a:r>
              <a:rPr lang="en-US" altLang="ko-KR" sz="1200">
                <a:latin typeface="+mn-ea"/>
              </a:rPr>
              <a:t>ID </a:t>
            </a:r>
            <a:r>
              <a:rPr lang="ko-KR" altLang="en-US" sz="1200">
                <a:latin typeface="+mn-ea"/>
              </a:rPr>
              <a:t>옆에 인스타 </a:t>
            </a:r>
            <a:r>
              <a:rPr lang="en-US" altLang="ko-KR" sz="1200">
                <a:latin typeface="+mn-ea"/>
              </a:rPr>
              <a:t>/ X </a:t>
            </a:r>
            <a:r>
              <a:rPr lang="ko-KR" altLang="en-US" sz="1200">
                <a:latin typeface="+mn-ea"/>
              </a:rPr>
              <a:t>아이콘 표시</a:t>
            </a:r>
            <a:endParaRPr lang="en-US" altLang="ko-KR" sz="1200">
              <a:latin typeface="+mn-ea"/>
            </a:endParaRPr>
          </a:p>
          <a:p>
            <a:pPr lvl="1"/>
            <a:r>
              <a:rPr lang="ko-KR" altLang="en-US" sz="1200">
                <a:latin typeface="+mn-ea"/>
              </a:rPr>
              <a:t>공유 기능 </a:t>
            </a:r>
            <a:r>
              <a:rPr lang="en-US" altLang="ko-KR" sz="1200">
                <a:latin typeface="+mn-ea"/>
              </a:rPr>
              <a:t>(</a:t>
            </a:r>
            <a:r>
              <a:rPr lang="ko-KR" altLang="en-US" sz="1200">
                <a:latin typeface="+mn-ea"/>
              </a:rPr>
              <a:t>인스타</a:t>
            </a:r>
            <a:r>
              <a:rPr lang="en-US" altLang="ko-KR" sz="1200">
                <a:latin typeface="+mn-ea"/>
              </a:rPr>
              <a:t>, X, </a:t>
            </a:r>
            <a:r>
              <a:rPr lang="ko-KR" altLang="en-US" sz="1200">
                <a:latin typeface="+mn-ea"/>
              </a:rPr>
              <a:t>카카오톡</a:t>
            </a:r>
            <a:r>
              <a:rPr lang="en-US" altLang="ko-KR" sz="1200">
                <a:latin typeface="+mn-ea"/>
              </a:rPr>
              <a:t>)</a:t>
            </a:r>
            <a:br>
              <a:rPr lang="en-US" altLang="ko-KR" sz="1200">
                <a:latin typeface="+mn-ea"/>
              </a:rPr>
            </a:br>
            <a:r>
              <a:rPr lang="en-US" altLang="ko-KR" sz="1200">
                <a:latin typeface="+mn-ea"/>
              </a:rPr>
              <a:t>  =&gt; </a:t>
            </a:r>
            <a:r>
              <a:rPr lang="ko-KR" altLang="en-US" sz="1200">
                <a:latin typeface="+mn-ea"/>
              </a:rPr>
              <a:t>앱이 안 깔려 있으면 앱 설치로</a:t>
            </a:r>
            <a:r>
              <a:rPr lang="en-US" altLang="ko-KR" sz="1200">
                <a:latin typeface="+mn-ea"/>
              </a:rPr>
              <a:t>. </a:t>
            </a:r>
            <a:r>
              <a:rPr lang="ko-KR" altLang="en-US" sz="1200">
                <a:latin typeface="+mn-ea"/>
              </a:rPr>
              <a:t>앱이 깔려 있으면 해당 코스 표시 화면으로</a:t>
            </a:r>
            <a:r>
              <a:rPr lang="en-US" altLang="ko-KR" sz="1200">
                <a:latin typeface="+mn-ea"/>
              </a:rPr>
              <a:t>.</a:t>
            </a:r>
          </a:p>
          <a:p>
            <a:pPr lvl="1"/>
            <a:r>
              <a:rPr lang="ko-KR" altLang="en-US" sz="1200">
                <a:latin typeface="+mn-ea"/>
              </a:rPr>
              <a:t>설명 아래에 별점 </a:t>
            </a:r>
            <a:r>
              <a:rPr lang="en-US" altLang="ko-KR" sz="1200">
                <a:latin typeface="+mn-ea"/>
              </a:rPr>
              <a:t>1~5</a:t>
            </a:r>
            <a:r>
              <a:rPr lang="ko-KR" altLang="en-US" sz="1200">
                <a:latin typeface="+mn-ea"/>
              </a:rPr>
              <a:t>점 주기 기능</a:t>
            </a:r>
            <a:endParaRPr lang="en-US" altLang="ko-KR" sz="1200">
              <a:latin typeface="+mn-ea"/>
            </a:endParaRPr>
          </a:p>
          <a:p>
            <a:pPr lvl="1"/>
            <a:r>
              <a:rPr lang="ko-KR" altLang="en-US" sz="1200">
                <a:latin typeface="+mn-ea"/>
              </a:rPr>
              <a:t>코멘트 </a:t>
            </a:r>
            <a:r>
              <a:rPr lang="en-US" altLang="ko-KR" sz="1200">
                <a:latin typeface="+mn-ea"/>
              </a:rPr>
              <a:t>&amp; </a:t>
            </a:r>
            <a:r>
              <a:rPr lang="ko-KR" altLang="en-US" sz="1200">
                <a:latin typeface="+mn-ea"/>
              </a:rPr>
              <a:t>사진 등록 기능 </a:t>
            </a:r>
            <a:r>
              <a:rPr lang="en-US" altLang="ko-KR" sz="1200">
                <a:latin typeface="+mn-ea"/>
              </a:rPr>
              <a:t>(</a:t>
            </a:r>
            <a:r>
              <a:rPr lang="ko-KR" altLang="en-US" sz="1200">
                <a:latin typeface="+mn-ea"/>
              </a:rPr>
              <a:t>이 역시 인스타에 자동 등록</a:t>
            </a:r>
            <a:r>
              <a:rPr lang="en-US" altLang="ko-KR" sz="1200">
                <a:latin typeface="+mn-ea"/>
              </a:rPr>
              <a:t>)</a:t>
            </a:r>
          </a:p>
          <a:p>
            <a:pPr lvl="1"/>
            <a:r>
              <a:rPr lang="ko-KR" altLang="en-US" sz="1200">
                <a:latin typeface="+mn-ea"/>
              </a:rPr>
              <a:t>코멘트와 사진에 좋아요 </a:t>
            </a:r>
            <a:r>
              <a:rPr lang="en-US" altLang="ko-KR" sz="1200">
                <a:latin typeface="+mn-ea"/>
              </a:rPr>
              <a:t>/ </a:t>
            </a:r>
            <a:r>
              <a:rPr lang="ko-KR" altLang="en-US" sz="1200">
                <a:latin typeface="+mn-ea"/>
              </a:rPr>
              <a:t>신고 기능 추가</a:t>
            </a:r>
            <a:r>
              <a:rPr lang="en-US" altLang="ko-KR" sz="1200">
                <a:latin typeface="+mn-ea"/>
              </a:rPr>
              <a:t>.</a:t>
            </a:r>
          </a:p>
          <a:p>
            <a:pPr lvl="1"/>
            <a:r>
              <a:rPr lang="ko-KR" altLang="en-US" sz="1200">
                <a:latin typeface="+mn-ea"/>
              </a:rPr>
              <a:t>신고 들어오면 관리자가 확인 후 </a:t>
            </a:r>
            <a:r>
              <a:rPr lang="en-US" altLang="ko-KR" sz="1200">
                <a:latin typeface="+mn-ea"/>
              </a:rPr>
              <a:t>‘</a:t>
            </a:r>
            <a:r>
              <a:rPr lang="ko-KR" altLang="en-US" sz="1200">
                <a:latin typeface="+mn-ea"/>
              </a:rPr>
              <a:t>신고로 인해 삭제된 댓글입니다</a:t>
            </a:r>
            <a:r>
              <a:rPr lang="en-US" altLang="ko-KR" sz="1200">
                <a:latin typeface="+mn-ea"/>
              </a:rPr>
              <a:t>‘ </a:t>
            </a:r>
            <a:r>
              <a:rPr lang="ko-KR" altLang="en-US" sz="1200">
                <a:latin typeface="+mn-ea"/>
              </a:rPr>
              <a:t>라고 처리 가능한 기능</a:t>
            </a:r>
            <a:endParaRPr lang="en-US" altLang="ko-KR" sz="1200">
              <a:latin typeface="+mn-ea"/>
            </a:endParaRPr>
          </a:p>
          <a:p>
            <a:pPr lvl="1"/>
            <a:r>
              <a:rPr lang="ko-KR" altLang="en-US" sz="1200">
                <a:latin typeface="+mn-ea"/>
              </a:rPr>
              <a:t>등록된 사진 공유 기능 </a:t>
            </a:r>
            <a:r>
              <a:rPr lang="en-US" altLang="ko-KR" sz="1200">
                <a:latin typeface="+mn-ea"/>
              </a:rPr>
              <a:t>(</a:t>
            </a:r>
            <a:r>
              <a:rPr lang="ko-KR" altLang="en-US" sz="1200">
                <a:latin typeface="+mn-ea"/>
              </a:rPr>
              <a:t>인스타</a:t>
            </a:r>
            <a:r>
              <a:rPr lang="en-US" altLang="ko-KR" sz="1200">
                <a:latin typeface="+mn-ea"/>
              </a:rPr>
              <a:t>, X, </a:t>
            </a:r>
            <a:r>
              <a:rPr lang="ko-KR" altLang="en-US" sz="1200">
                <a:latin typeface="+mn-ea"/>
              </a:rPr>
              <a:t>카카오톡</a:t>
            </a:r>
            <a:r>
              <a:rPr lang="en-US" altLang="ko-KR" sz="1200">
                <a:latin typeface="+mn-ea"/>
              </a:rPr>
              <a:t>)</a:t>
            </a:r>
            <a:br>
              <a:rPr lang="en-US" altLang="ko-KR" sz="1200">
                <a:latin typeface="+mn-ea"/>
              </a:rPr>
            </a:br>
            <a:r>
              <a:rPr lang="ko-KR" altLang="en-US" sz="1200">
                <a:latin typeface="+mn-ea"/>
              </a:rPr>
              <a:t>앱이 안 깔려 있으면 앱 설치로</a:t>
            </a:r>
            <a:r>
              <a:rPr lang="en-US" altLang="ko-KR" sz="1200">
                <a:latin typeface="+mn-ea"/>
              </a:rPr>
              <a:t>. </a:t>
            </a:r>
            <a:r>
              <a:rPr lang="ko-KR" altLang="en-US" sz="1200">
                <a:latin typeface="+mn-ea"/>
              </a:rPr>
              <a:t>앱이 깔려 있으면 해당 코스 표시 화면의 해당 사진 화면으로</a:t>
            </a:r>
            <a:r>
              <a:rPr lang="en-US" altLang="ko-KR" sz="1200">
                <a:latin typeface="+mn-ea"/>
              </a:rPr>
              <a:t>.</a:t>
            </a:r>
          </a:p>
          <a:p>
            <a:pPr lvl="1"/>
            <a:r>
              <a:rPr lang="ko-KR" altLang="en-US" sz="1200">
                <a:latin typeface="+mn-ea"/>
              </a:rPr>
              <a:t>최하단 광고</a:t>
            </a:r>
            <a:endParaRPr lang="en-US" altLang="ko-KR" sz="1200">
              <a:latin typeface="+mn-ea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B1BA4156-984A-BE9F-898B-7F97910C00C3}"/>
              </a:ext>
            </a:extLst>
          </p:cNvPr>
          <p:cNvGrpSpPr/>
          <p:nvPr/>
        </p:nvGrpSpPr>
        <p:grpSpPr>
          <a:xfrm>
            <a:off x="8086725" y="4737100"/>
            <a:ext cx="4076700" cy="2082800"/>
            <a:chOff x="8086725" y="4737100"/>
            <a:chExt cx="4076700" cy="2082800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B50A50F7-03D4-E77E-3418-884B4E8221EA}"/>
                </a:ext>
              </a:extLst>
            </p:cNvPr>
            <p:cNvSpPr/>
            <p:nvPr/>
          </p:nvSpPr>
          <p:spPr>
            <a:xfrm>
              <a:off x="8086725" y="4737100"/>
              <a:ext cx="4076700" cy="2082800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0C751712-E883-0578-8E10-AF621430661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rcRect l="9786"/>
            <a:stretch>
              <a:fillRect/>
            </a:stretch>
          </p:blipFill>
          <p:spPr>
            <a:xfrm>
              <a:off x="8153399" y="4737100"/>
              <a:ext cx="4010025" cy="2082800"/>
            </a:xfrm>
            <a:prstGeom prst="rect">
              <a:avLst/>
            </a:prstGeom>
          </p:spPr>
        </p:pic>
        <p:sp>
          <p:nvSpPr>
            <p:cNvPr id="8" name="자유형: 도형 7">
              <a:extLst>
                <a:ext uri="{FF2B5EF4-FFF2-40B4-BE49-F238E27FC236}">
                  <a16:creationId xmlns:a16="http://schemas.microsoft.com/office/drawing/2014/main" id="{0BB5AEDA-EE1A-D77E-21E6-9B1879C87697}"/>
                </a:ext>
              </a:extLst>
            </p:cNvPr>
            <p:cNvSpPr/>
            <p:nvPr/>
          </p:nvSpPr>
          <p:spPr>
            <a:xfrm>
              <a:off x="8132885" y="4765431"/>
              <a:ext cx="1758461" cy="1943100"/>
            </a:xfrm>
            <a:custGeom>
              <a:avLst/>
              <a:gdLst>
                <a:gd name="csX0" fmla="*/ 1723292 w 1758461"/>
                <a:gd name="csY0" fmla="*/ 0 h 1943100"/>
                <a:gd name="csX1" fmla="*/ 1758461 w 1758461"/>
                <a:gd name="csY1" fmla="*/ 1257300 h 1943100"/>
                <a:gd name="csX2" fmla="*/ 1134207 w 1758461"/>
                <a:gd name="csY2" fmla="*/ 1283677 h 1943100"/>
                <a:gd name="csX3" fmla="*/ 1055077 w 1758461"/>
                <a:gd name="csY3" fmla="*/ 1943100 h 1943100"/>
                <a:gd name="csX4" fmla="*/ 782515 w 1758461"/>
                <a:gd name="csY4" fmla="*/ 1943100 h 1943100"/>
                <a:gd name="csX5" fmla="*/ 465992 w 1758461"/>
                <a:gd name="csY5" fmla="*/ 1494692 h 1943100"/>
                <a:gd name="csX6" fmla="*/ 114300 w 1758461"/>
                <a:gd name="csY6" fmla="*/ 1441938 h 1943100"/>
                <a:gd name="csX7" fmla="*/ 8792 w 1758461"/>
                <a:gd name="csY7" fmla="*/ 1327638 h 1943100"/>
                <a:gd name="csX8" fmla="*/ 0 w 1758461"/>
                <a:gd name="csY8" fmla="*/ 290146 h 1943100"/>
                <a:gd name="csX9" fmla="*/ 193430 w 1758461"/>
                <a:gd name="csY9" fmla="*/ 272561 h 1943100"/>
                <a:gd name="csX10" fmla="*/ 782515 w 1758461"/>
                <a:gd name="csY10" fmla="*/ 237392 h 1943100"/>
                <a:gd name="csX11" fmla="*/ 808892 w 1758461"/>
                <a:gd name="csY11" fmla="*/ 17584 h 1943100"/>
                <a:gd name="csX12" fmla="*/ 1723292 w 1758461"/>
                <a:gd name="csY12" fmla="*/ 0 h 19431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1758461" h="1943100">
                  <a:moveTo>
                    <a:pt x="1723292" y="0"/>
                  </a:moveTo>
                  <a:lnTo>
                    <a:pt x="1758461" y="1257300"/>
                  </a:lnTo>
                  <a:lnTo>
                    <a:pt x="1134207" y="1283677"/>
                  </a:lnTo>
                  <a:lnTo>
                    <a:pt x="1055077" y="1943100"/>
                  </a:lnTo>
                  <a:lnTo>
                    <a:pt x="782515" y="1943100"/>
                  </a:lnTo>
                  <a:lnTo>
                    <a:pt x="465992" y="1494692"/>
                  </a:lnTo>
                  <a:lnTo>
                    <a:pt x="114300" y="1441938"/>
                  </a:lnTo>
                  <a:lnTo>
                    <a:pt x="8792" y="1327638"/>
                  </a:lnTo>
                  <a:cubicBezTo>
                    <a:pt x="5861" y="981807"/>
                    <a:pt x="2931" y="635977"/>
                    <a:pt x="0" y="290146"/>
                  </a:cubicBezTo>
                  <a:lnTo>
                    <a:pt x="193430" y="272561"/>
                  </a:lnTo>
                  <a:lnTo>
                    <a:pt x="782515" y="237392"/>
                  </a:lnTo>
                  <a:lnTo>
                    <a:pt x="808892" y="17584"/>
                  </a:lnTo>
                  <a:lnTo>
                    <a:pt x="1723292" y="0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930DE2E-7C52-8574-FAB3-31CCBC1C1FBB}"/>
                </a:ext>
              </a:extLst>
            </p:cNvPr>
            <p:cNvSpPr txBox="1"/>
            <p:nvPr/>
          </p:nvSpPr>
          <p:spPr>
            <a:xfrm>
              <a:off x="8211648" y="4807059"/>
              <a:ext cx="1946763" cy="1600438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r>
                <a:rPr lang="ko-KR" altLang="en-US" sz="1400">
                  <a:latin typeface="+mj-lt"/>
                  <a:ea typeface="나눔고딕" panose="020D0604000000000000" pitchFamily="50" charset="-127"/>
                </a:rPr>
                <a:t>코스 등록할 때 이미 등록된 코스하고 겹칠 경우 어떻게 처리하느냐가 제일 중요할거야</a:t>
              </a:r>
              <a:r>
                <a:rPr lang="en-US" altLang="ko-KR" sz="1400">
                  <a:latin typeface="+mj-lt"/>
                  <a:ea typeface="나눔고딕" panose="020D0604000000000000" pitchFamily="50" charset="-127"/>
                </a:rPr>
                <a:t>.</a:t>
              </a:r>
            </a:p>
            <a:p>
              <a:r>
                <a:rPr lang="ko-KR" altLang="en-US" sz="1400">
                  <a:latin typeface="+mj-lt"/>
                  <a:ea typeface="나눔고딕" panose="020D0604000000000000" pitchFamily="50" charset="-127"/>
                </a:rPr>
                <a:t>예전에 </a:t>
              </a:r>
              <a:r>
                <a:rPr lang="en-US" altLang="ko-KR" sz="1400">
                  <a:latin typeface="+mj-lt"/>
                  <a:ea typeface="나눔고딕" panose="020D0604000000000000" pitchFamily="50" charset="-127"/>
                </a:rPr>
                <a:t>Gemini</a:t>
              </a:r>
              <a:r>
                <a:rPr lang="ko-KR" altLang="en-US" sz="1400">
                  <a:latin typeface="+mj-lt"/>
                  <a:ea typeface="나눔고딕" panose="020D0604000000000000" pitchFamily="50" charset="-127"/>
                </a:rPr>
                <a:t>가 로직을 알려줬는데</a:t>
              </a:r>
              <a:r>
                <a:rPr lang="en-US" altLang="ko-KR" sz="1400">
                  <a:latin typeface="+mj-lt"/>
                  <a:ea typeface="나눔고딕" panose="020D0604000000000000" pitchFamily="50" charset="-127"/>
                </a:rPr>
                <a:t>, </a:t>
              </a:r>
              <a:r>
                <a:rPr lang="ko-KR" altLang="en-US" sz="1400">
                  <a:latin typeface="+mj-lt"/>
                  <a:ea typeface="나눔고딕" panose="020D0604000000000000" pitchFamily="50" charset="-127"/>
                </a:rPr>
                <a:t>코딩할 때 다시 확인하자구</a:t>
              </a:r>
              <a:r>
                <a:rPr lang="en-US" altLang="ko-KR" sz="1400">
                  <a:latin typeface="+mj-lt"/>
                  <a:ea typeface="나눔고딕" panose="020D0604000000000000" pitchFamily="50" charset="-127"/>
                </a:rPr>
                <a:t>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106620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B0452-82C8-4270-9808-799DC4D40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787B44-767A-53C1-6479-E91C8B6675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7875"/>
          </a:xfrm>
        </p:spPr>
        <p:txBody>
          <a:bodyPr>
            <a:normAutofit/>
          </a:bodyPr>
          <a:lstStyle/>
          <a:p>
            <a:r>
              <a:rPr lang="ko-KR" altLang="en-US" sz="3200"/>
              <a:t>페이지 설계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D9E704C-77AE-A5EB-F296-C086AA87CC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43000"/>
            <a:ext cx="10515600" cy="5625612"/>
          </a:xfrm>
        </p:spPr>
        <p:txBody>
          <a:bodyPr>
            <a:normAutofit/>
          </a:bodyPr>
          <a:lstStyle/>
          <a:p>
            <a:endParaRPr lang="en-US" altLang="ko-KR" sz="1400">
              <a:latin typeface="+mn-ea"/>
            </a:endParaRPr>
          </a:p>
          <a:p>
            <a:r>
              <a:rPr lang="ko-KR" altLang="en-US" sz="1400">
                <a:latin typeface="+mn-ea"/>
              </a:rPr>
              <a:t>설정</a:t>
            </a:r>
            <a:endParaRPr lang="en-US" altLang="ko-KR" sz="1400">
              <a:latin typeface="+mn-ea"/>
            </a:endParaRPr>
          </a:p>
          <a:p>
            <a:pPr marL="0" indent="0">
              <a:buNone/>
            </a:pPr>
            <a:r>
              <a:rPr lang="ko-KR" altLang="en-US" sz="1400">
                <a:latin typeface="+mn-ea"/>
              </a:rPr>
              <a:t>    </a:t>
            </a:r>
            <a:r>
              <a:rPr lang="en-US" altLang="ko-KR" sz="1400">
                <a:latin typeface="+mn-ea"/>
              </a:rPr>
              <a:t>- </a:t>
            </a:r>
            <a:r>
              <a:rPr lang="ko-KR" altLang="en-US" sz="1400">
                <a:latin typeface="+mn-ea"/>
              </a:rPr>
              <a:t>내 정보 </a:t>
            </a:r>
            <a:r>
              <a:rPr lang="en-US" altLang="ko-KR" sz="1400">
                <a:latin typeface="+mn-ea"/>
              </a:rPr>
              <a:t>: </a:t>
            </a:r>
            <a:r>
              <a:rPr lang="ko-KR" altLang="en-US" sz="1400">
                <a:latin typeface="+mn-ea"/>
              </a:rPr>
              <a:t>프로필사진</a:t>
            </a:r>
            <a:r>
              <a:rPr lang="en-US" altLang="ko-KR" sz="1400">
                <a:latin typeface="+mn-ea"/>
              </a:rPr>
              <a:t>, </a:t>
            </a:r>
            <a:r>
              <a:rPr lang="ko-KR" altLang="en-US" sz="1400">
                <a:latin typeface="+mn-ea"/>
              </a:rPr>
              <a:t>닉네임</a:t>
            </a:r>
            <a:r>
              <a:rPr lang="en-US" altLang="ko-KR" sz="1400">
                <a:latin typeface="+mn-ea"/>
              </a:rPr>
              <a:t>, </a:t>
            </a:r>
            <a:r>
              <a:rPr lang="ko-KR" altLang="en-US" sz="1400">
                <a:latin typeface="+mn-ea"/>
              </a:rPr>
              <a:t>인스타</a:t>
            </a:r>
            <a:r>
              <a:rPr lang="en-US" altLang="ko-KR" sz="1400">
                <a:latin typeface="+mn-ea"/>
              </a:rPr>
              <a:t> </a:t>
            </a:r>
            <a:r>
              <a:rPr lang="ko-KR" altLang="en-US" sz="1400">
                <a:latin typeface="+mn-ea"/>
              </a:rPr>
              <a:t>연결</a:t>
            </a:r>
            <a:r>
              <a:rPr lang="en-US" altLang="ko-KR" sz="1400">
                <a:latin typeface="+mn-ea"/>
              </a:rPr>
              <a:t>, X </a:t>
            </a:r>
            <a:r>
              <a:rPr lang="ko-KR" altLang="en-US" sz="1400">
                <a:latin typeface="+mn-ea"/>
              </a:rPr>
              <a:t>연결</a:t>
            </a:r>
            <a:r>
              <a:rPr lang="en-US" altLang="ko-KR" sz="1400">
                <a:latin typeface="+mn-ea"/>
              </a:rPr>
              <a:t>, </a:t>
            </a:r>
            <a:r>
              <a:rPr lang="ko-KR" altLang="en-US" sz="1400">
                <a:latin typeface="+mn-ea"/>
              </a:rPr>
              <a:t>바이크 기종</a:t>
            </a:r>
            <a:r>
              <a:rPr lang="en-US" altLang="ko-KR" sz="1400">
                <a:latin typeface="+mn-ea"/>
              </a:rPr>
              <a:t>, </a:t>
            </a:r>
            <a:r>
              <a:rPr lang="ko-KR" altLang="en-US" sz="1400">
                <a:latin typeface="+mn-ea"/>
              </a:rPr>
              <a:t>배기량 </a:t>
            </a:r>
            <a:r>
              <a:rPr lang="en-US" altLang="ko-KR" sz="1400">
                <a:latin typeface="+mn-ea"/>
              </a:rPr>
              <a:t>(</a:t>
            </a:r>
            <a:r>
              <a:rPr lang="ko-KR" altLang="en-US" sz="1400">
                <a:latin typeface="+mn-ea"/>
              </a:rPr>
              <a:t>바이크 기종은 하단 </a:t>
            </a:r>
            <a:r>
              <a:rPr lang="en-US" altLang="ko-KR" sz="1400">
                <a:latin typeface="+mn-ea"/>
              </a:rPr>
              <a:t>+ </a:t>
            </a:r>
            <a:r>
              <a:rPr lang="ko-KR" altLang="en-US" sz="1400">
                <a:latin typeface="+mn-ea"/>
              </a:rPr>
              <a:t>로 여러대 등록 지원</a:t>
            </a:r>
            <a:r>
              <a:rPr lang="en-US" altLang="ko-KR" sz="1400">
                <a:latin typeface="+mn-ea"/>
              </a:rPr>
              <a:t>)</a:t>
            </a:r>
          </a:p>
          <a:p>
            <a:pPr marL="0" indent="0">
              <a:buNone/>
            </a:pPr>
            <a:r>
              <a:rPr lang="ko-KR" altLang="en-US" sz="1400">
                <a:latin typeface="+mn-ea"/>
              </a:rPr>
              <a:t>    </a:t>
            </a:r>
            <a:r>
              <a:rPr lang="en-US" altLang="ko-KR" sz="1400">
                <a:latin typeface="+mn-ea"/>
              </a:rPr>
              <a:t>- </a:t>
            </a:r>
            <a:r>
              <a:rPr lang="ko-KR" altLang="en-US" sz="1400">
                <a:latin typeface="+mn-ea"/>
              </a:rPr>
              <a:t>도로 선호도 조절 바 </a:t>
            </a:r>
            <a:r>
              <a:rPr lang="en-US" altLang="ko-KR" sz="1400">
                <a:latin typeface="+mn-ea"/>
              </a:rPr>
              <a:t>(</a:t>
            </a:r>
            <a:r>
              <a:rPr lang="ko-KR" altLang="en-US" sz="1400">
                <a:latin typeface="+mn-ea"/>
              </a:rPr>
              <a:t>시골길</a:t>
            </a:r>
            <a:r>
              <a:rPr lang="en-US" altLang="ko-KR" sz="1400">
                <a:latin typeface="+mn-ea"/>
              </a:rPr>
              <a:t>-</a:t>
            </a:r>
            <a:r>
              <a:rPr lang="ko-KR" altLang="en-US" sz="1400">
                <a:latin typeface="+mn-ea"/>
              </a:rPr>
              <a:t>지방도</a:t>
            </a:r>
            <a:r>
              <a:rPr lang="en-US" altLang="ko-KR" sz="1400">
                <a:latin typeface="+mn-ea"/>
              </a:rPr>
              <a:t>-</a:t>
            </a:r>
            <a:r>
              <a:rPr lang="ko-KR" altLang="en-US" sz="1400">
                <a:latin typeface="+mn-ea"/>
              </a:rPr>
              <a:t>국도</a:t>
            </a:r>
            <a:r>
              <a:rPr lang="en-US" altLang="ko-KR" sz="1400">
                <a:latin typeface="+mn-ea"/>
              </a:rPr>
              <a:t>)</a:t>
            </a:r>
          </a:p>
          <a:p>
            <a:pPr marL="0" indent="0">
              <a:buNone/>
            </a:pPr>
            <a:r>
              <a:rPr lang="en-US" altLang="ko-KR" sz="1400">
                <a:latin typeface="+mn-ea"/>
              </a:rPr>
              <a:t>    - </a:t>
            </a:r>
            <a:r>
              <a:rPr lang="ko-KR" altLang="en-US" sz="1400">
                <a:latin typeface="+mn-ea"/>
              </a:rPr>
              <a:t>화면 </a:t>
            </a:r>
            <a:r>
              <a:rPr lang="en-US" altLang="ko-KR" sz="1400">
                <a:latin typeface="+mn-ea"/>
              </a:rPr>
              <a:t>(</a:t>
            </a:r>
            <a:r>
              <a:rPr lang="ko-KR" altLang="en-US" sz="1400">
                <a:latin typeface="+mn-ea"/>
              </a:rPr>
              <a:t>시스템</a:t>
            </a:r>
            <a:r>
              <a:rPr lang="en-US" altLang="ko-KR" sz="1400">
                <a:latin typeface="+mn-ea"/>
              </a:rPr>
              <a:t>, </a:t>
            </a:r>
            <a:r>
              <a:rPr lang="ko-KR" altLang="en-US" sz="1400">
                <a:latin typeface="+mn-ea"/>
              </a:rPr>
              <a:t>화이트</a:t>
            </a:r>
            <a:r>
              <a:rPr lang="en-US" altLang="ko-KR" sz="1400">
                <a:latin typeface="+mn-ea"/>
              </a:rPr>
              <a:t>, </a:t>
            </a:r>
            <a:r>
              <a:rPr lang="ko-KR" altLang="en-US" sz="1400">
                <a:latin typeface="+mn-ea"/>
              </a:rPr>
              <a:t>다크</a:t>
            </a:r>
            <a:r>
              <a:rPr lang="en-US" altLang="ko-KR" sz="1400">
                <a:latin typeface="+mn-ea"/>
              </a:rPr>
              <a:t>)</a:t>
            </a:r>
          </a:p>
          <a:p>
            <a:pPr marL="0" indent="0">
              <a:buNone/>
            </a:pPr>
            <a:r>
              <a:rPr lang="en-US" altLang="ko-KR" sz="1400">
                <a:latin typeface="+mn-ea"/>
              </a:rPr>
              <a:t>    - </a:t>
            </a:r>
            <a:r>
              <a:rPr lang="ko-KR" altLang="en-US" sz="1400">
                <a:latin typeface="+mn-ea"/>
              </a:rPr>
              <a:t>내비게이션 뷰 </a:t>
            </a:r>
            <a:r>
              <a:rPr lang="en-US" altLang="ko-KR" sz="1400">
                <a:latin typeface="+mn-ea"/>
              </a:rPr>
              <a:t>(</a:t>
            </a:r>
            <a:r>
              <a:rPr lang="ko-KR" altLang="en-US" sz="1400">
                <a:latin typeface="+mn-ea"/>
              </a:rPr>
              <a:t>진행방향 </a:t>
            </a:r>
            <a:r>
              <a:rPr lang="en-US" altLang="ko-KR" sz="1400">
                <a:latin typeface="+mn-ea"/>
              </a:rPr>
              <a:t>/ </a:t>
            </a:r>
            <a:r>
              <a:rPr lang="ko-KR" altLang="en-US" sz="1400">
                <a:latin typeface="+mn-ea"/>
              </a:rPr>
              <a:t>정북고정</a:t>
            </a:r>
            <a:r>
              <a:rPr lang="en-US" altLang="ko-KR" sz="1400">
                <a:latin typeface="+mn-ea"/>
              </a:rPr>
              <a:t>)</a:t>
            </a:r>
          </a:p>
          <a:p>
            <a:pPr marL="0" indent="0">
              <a:buNone/>
            </a:pPr>
            <a:r>
              <a:rPr lang="en-US" altLang="ko-KR" sz="1400">
                <a:latin typeface="+mn-ea"/>
              </a:rPr>
              <a:t>    - </a:t>
            </a:r>
            <a:r>
              <a:rPr lang="ko-KR" altLang="en-US" sz="1400">
                <a:latin typeface="+mn-ea"/>
              </a:rPr>
              <a:t>안내음성 선택 </a:t>
            </a:r>
            <a:r>
              <a:rPr lang="en-US" altLang="ko-KR" sz="1400">
                <a:latin typeface="+mn-ea"/>
              </a:rPr>
              <a:t>(</a:t>
            </a:r>
            <a:r>
              <a:rPr lang="ko-KR" altLang="en-US" sz="1400">
                <a:latin typeface="+mn-ea"/>
              </a:rPr>
              <a:t>여자</a:t>
            </a:r>
            <a:r>
              <a:rPr lang="en-US" altLang="ko-KR" sz="1400">
                <a:latin typeface="+mn-ea"/>
              </a:rPr>
              <a:t>/</a:t>
            </a:r>
            <a:r>
              <a:rPr lang="ko-KR" altLang="en-US" sz="1400">
                <a:latin typeface="+mn-ea"/>
              </a:rPr>
              <a:t>남자 등</a:t>
            </a:r>
            <a:r>
              <a:rPr lang="en-US" altLang="ko-KR" sz="1400">
                <a:latin typeface="+mn-ea"/>
              </a:rPr>
              <a:t>)</a:t>
            </a:r>
          </a:p>
          <a:p>
            <a:pPr marL="0" indent="0">
              <a:buNone/>
            </a:pPr>
            <a:r>
              <a:rPr lang="en-US" altLang="ko-KR" sz="1400">
                <a:latin typeface="+mn-ea"/>
              </a:rPr>
              <a:t>    - </a:t>
            </a:r>
            <a:r>
              <a:rPr lang="ko-KR" altLang="en-US" sz="1400">
                <a:latin typeface="+mn-ea"/>
              </a:rPr>
              <a:t>안내언어 선택 </a:t>
            </a:r>
            <a:r>
              <a:rPr lang="en-US" altLang="ko-KR" sz="1400">
                <a:latin typeface="+mn-ea"/>
              </a:rPr>
              <a:t>(</a:t>
            </a:r>
            <a:r>
              <a:rPr lang="ko-KR" altLang="en-US" sz="1400">
                <a:latin typeface="+mn-ea"/>
              </a:rPr>
              <a:t>시스템 </a:t>
            </a:r>
            <a:r>
              <a:rPr lang="en-US" altLang="ko-KR" sz="1400">
                <a:latin typeface="+mn-ea"/>
              </a:rPr>
              <a:t>/ </a:t>
            </a:r>
            <a:r>
              <a:rPr lang="ko-KR" altLang="en-US" sz="1400">
                <a:latin typeface="+mn-ea"/>
              </a:rPr>
              <a:t>국가</a:t>
            </a:r>
            <a:r>
              <a:rPr lang="en-US" altLang="ko-KR" sz="1400">
                <a:latin typeface="+mn-ea"/>
              </a:rPr>
              <a:t>~~~)</a:t>
            </a:r>
          </a:p>
          <a:p>
            <a:pPr marL="0" indent="0">
              <a:buNone/>
            </a:pPr>
            <a:r>
              <a:rPr lang="en-US" altLang="ko-KR" sz="1400">
                <a:latin typeface="+mn-ea"/>
              </a:rPr>
              <a:t>    - </a:t>
            </a:r>
            <a:r>
              <a:rPr lang="ko-KR" altLang="en-US" sz="1400">
                <a:latin typeface="+mn-ea"/>
              </a:rPr>
              <a:t>낮시간 표시 </a:t>
            </a:r>
            <a:r>
              <a:rPr lang="en-US" altLang="ko-KR" sz="1400">
                <a:latin typeface="+mn-ea"/>
              </a:rPr>
              <a:t>(</a:t>
            </a:r>
            <a:r>
              <a:rPr lang="ko-KR" altLang="en-US" sz="1400">
                <a:latin typeface="+mn-ea"/>
              </a:rPr>
              <a:t>토글</a:t>
            </a:r>
            <a:r>
              <a:rPr lang="en-US" altLang="ko-KR" sz="1400">
                <a:latin typeface="+mn-ea"/>
              </a:rPr>
              <a:t>) : BMNT ~ EENT</a:t>
            </a:r>
            <a:r>
              <a:rPr lang="ko-KR" altLang="en-US" sz="1400">
                <a:latin typeface="+mn-ea"/>
              </a:rPr>
              <a:t>를 그래프로 표시함 </a:t>
            </a:r>
            <a:r>
              <a:rPr lang="en-US" altLang="ko-KR" sz="1400">
                <a:latin typeface="+mn-ea"/>
              </a:rPr>
              <a:t> (</a:t>
            </a:r>
            <a:r>
              <a:rPr lang="ko-KR" altLang="en-US" sz="1400">
                <a:latin typeface="+mn-ea"/>
              </a:rPr>
              <a:t>밤에 달리는 건 위험하니까</a:t>
            </a:r>
            <a:r>
              <a:rPr lang="en-US" altLang="ko-KR" sz="1400">
                <a:latin typeface="+mn-ea"/>
              </a:rPr>
              <a:t> </a:t>
            </a:r>
            <a:r>
              <a:rPr lang="ko-KR" altLang="en-US" sz="1400">
                <a:latin typeface="+mn-ea"/>
              </a:rPr>
              <a:t>시간 가늠할 수 있게</a:t>
            </a:r>
            <a:r>
              <a:rPr lang="en-US" altLang="ko-KR" sz="1400">
                <a:latin typeface="+mn-ea"/>
              </a:rPr>
              <a:t>)</a:t>
            </a:r>
          </a:p>
          <a:p>
            <a:pPr marL="0" indent="0">
              <a:buNone/>
            </a:pPr>
            <a:r>
              <a:rPr lang="en-US" altLang="ko-KR" sz="1400">
                <a:latin typeface="+mn-ea"/>
              </a:rPr>
              <a:t>    - </a:t>
            </a:r>
            <a:r>
              <a:rPr lang="ko-KR" altLang="en-US" sz="1400">
                <a:latin typeface="+mn-ea"/>
              </a:rPr>
              <a:t>투어시간 표시 </a:t>
            </a:r>
            <a:r>
              <a:rPr lang="en-US" altLang="ko-KR" sz="1400">
                <a:latin typeface="+mn-ea"/>
              </a:rPr>
              <a:t>(</a:t>
            </a:r>
            <a:r>
              <a:rPr lang="ko-KR" altLang="en-US" sz="1400">
                <a:latin typeface="+mn-ea"/>
              </a:rPr>
              <a:t>토글</a:t>
            </a:r>
            <a:r>
              <a:rPr lang="en-US" altLang="ko-KR" sz="1400">
                <a:latin typeface="+mn-ea"/>
              </a:rPr>
              <a:t>)</a:t>
            </a:r>
          </a:p>
          <a:p>
            <a:pPr marL="0" indent="0">
              <a:buNone/>
            </a:pPr>
            <a:r>
              <a:rPr lang="en-US" altLang="ko-KR" sz="1400">
                <a:latin typeface="+mn-ea"/>
              </a:rPr>
              <a:t>    - </a:t>
            </a:r>
            <a:r>
              <a:rPr lang="ko-KR" altLang="en-US" sz="1400">
                <a:latin typeface="+mn-ea"/>
              </a:rPr>
              <a:t>지도 다운로드</a:t>
            </a:r>
            <a:endParaRPr lang="en-US" altLang="ko-KR" sz="1400">
              <a:latin typeface="+mn-ea"/>
            </a:endParaRPr>
          </a:p>
          <a:p>
            <a:pPr marL="0" indent="0">
              <a:buNone/>
            </a:pPr>
            <a:endParaRPr lang="en-US" altLang="ko-KR" sz="1400">
              <a:latin typeface="+mn-ea"/>
            </a:endParaRPr>
          </a:p>
          <a:p>
            <a:r>
              <a:rPr lang="ko-KR" altLang="en-US" sz="1400">
                <a:latin typeface="+mn-ea"/>
              </a:rPr>
              <a:t>공지사항 </a:t>
            </a:r>
            <a:r>
              <a:rPr lang="en-US" altLang="ko-KR" sz="1400">
                <a:latin typeface="+mn-ea"/>
              </a:rPr>
              <a:t>(</a:t>
            </a:r>
            <a:r>
              <a:rPr lang="ko-KR" altLang="en-US" sz="1400">
                <a:latin typeface="+mn-ea"/>
              </a:rPr>
              <a:t>목록 </a:t>
            </a:r>
            <a:r>
              <a:rPr lang="en-US" altLang="ko-KR" sz="1400">
                <a:latin typeface="+mn-ea"/>
              </a:rPr>
              <a:t>/ </a:t>
            </a:r>
            <a:r>
              <a:rPr lang="ko-KR" altLang="en-US" sz="1400">
                <a:latin typeface="+mn-ea"/>
              </a:rPr>
              <a:t>내용</a:t>
            </a:r>
            <a:r>
              <a:rPr lang="en-US" altLang="ko-KR" sz="1400">
                <a:latin typeface="+mn-ea"/>
              </a:rPr>
              <a:t>)</a:t>
            </a:r>
          </a:p>
          <a:p>
            <a:r>
              <a:rPr lang="ko-KR" altLang="en-US" sz="1400">
                <a:latin typeface="+mn-ea"/>
              </a:rPr>
              <a:t>약관 및 정책 </a:t>
            </a:r>
            <a:r>
              <a:rPr lang="en-US" altLang="ko-KR" sz="1400">
                <a:latin typeface="+mn-ea"/>
              </a:rPr>
              <a:t>(</a:t>
            </a:r>
            <a:r>
              <a:rPr lang="ko-KR" altLang="en-US" sz="1400">
                <a:latin typeface="+mn-ea"/>
              </a:rPr>
              <a:t>글</a:t>
            </a:r>
            <a:r>
              <a:rPr lang="en-US" altLang="ko-KR" sz="1400">
                <a:latin typeface="+mn-ea"/>
              </a:rPr>
              <a:t>)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24F21EE6-43D4-5CB3-03CE-61BDDB39D5ED}"/>
              </a:ext>
            </a:extLst>
          </p:cNvPr>
          <p:cNvGrpSpPr/>
          <p:nvPr/>
        </p:nvGrpSpPr>
        <p:grpSpPr>
          <a:xfrm>
            <a:off x="8086725" y="4737100"/>
            <a:ext cx="4076700" cy="2082800"/>
            <a:chOff x="8086725" y="4737100"/>
            <a:chExt cx="4076700" cy="2082800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6570C06C-E6B3-ABE7-934B-0C5DC11D8485}"/>
                </a:ext>
              </a:extLst>
            </p:cNvPr>
            <p:cNvSpPr/>
            <p:nvPr/>
          </p:nvSpPr>
          <p:spPr>
            <a:xfrm>
              <a:off x="8086725" y="4737100"/>
              <a:ext cx="4076700" cy="2082800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5ECAD8BA-6F29-0A4A-EE65-3268EC50CA7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rcRect l="9786"/>
            <a:stretch>
              <a:fillRect/>
            </a:stretch>
          </p:blipFill>
          <p:spPr>
            <a:xfrm>
              <a:off x="8153399" y="4737100"/>
              <a:ext cx="4010025" cy="2082800"/>
            </a:xfrm>
            <a:prstGeom prst="rect">
              <a:avLst/>
            </a:prstGeom>
          </p:spPr>
        </p:pic>
        <p:sp>
          <p:nvSpPr>
            <p:cNvPr id="8" name="자유형: 도형 7">
              <a:extLst>
                <a:ext uri="{FF2B5EF4-FFF2-40B4-BE49-F238E27FC236}">
                  <a16:creationId xmlns:a16="http://schemas.microsoft.com/office/drawing/2014/main" id="{329944C3-AB79-AAF9-E23E-D6A03F4091CF}"/>
                </a:ext>
              </a:extLst>
            </p:cNvPr>
            <p:cNvSpPr/>
            <p:nvPr/>
          </p:nvSpPr>
          <p:spPr>
            <a:xfrm>
              <a:off x="8132885" y="4765431"/>
              <a:ext cx="1758461" cy="1943100"/>
            </a:xfrm>
            <a:custGeom>
              <a:avLst/>
              <a:gdLst>
                <a:gd name="csX0" fmla="*/ 1723292 w 1758461"/>
                <a:gd name="csY0" fmla="*/ 0 h 1943100"/>
                <a:gd name="csX1" fmla="*/ 1758461 w 1758461"/>
                <a:gd name="csY1" fmla="*/ 1257300 h 1943100"/>
                <a:gd name="csX2" fmla="*/ 1134207 w 1758461"/>
                <a:gd name="csY2" fmla="*/ 1283677 h 1943100"/>
                <a:gd name="csX3" fmla="*/ 1055077 w 1758461"/>
                <a:gd name="csY3" fmla="*/ 1943100 h 1943100"/>
                <a:gd name="csX4" fmla="*/ 782515 w 1758461"/>
                <a:gd name="csY4" fmla="*/ 1943100 h 1943100"/>
                <a:gd name="csX5" fmla="*/ 465992 w 1758461"/>
                <a:gd name="csY5" fmla="*/ 1494692 h 1943100"/>
                <a:gd name="csX6" fmla="*/ 114300 w 1758461"/>
                <a:gd name="csY6" fmla="*/ 1441938 h 1943100"/>
                <a:gd name="csX7" fmla="*/ 8792 w 1758461"/>
                <a:gd name="csY7" fmla="*/ 1327638 h 1943100"/>
                <a:gd name="csX8" fmla="*/ 0 w 1758461"/>
                <a:gd name="csY8" fmla="*/ 290146 h 1943100"/>
                <a:gd name="csX9" fmla="*/ 193430 w 1758461"/>
                <a:gd name="csY9" fmla="*/ 272561 h 1943100"/>
                <a:gd name="csX10" fmla="*/ 782515 w 1758461"/>
                <a:gd name="csY10" fmla="*/ 237392 h 1943100"/>
                <a:gd name="csX11" fmla="*/ 808892 w 1758461"/>
                <a:gd name="csY11" fmla="*/ 17584 h 1943100"/>
                <a:gd name="csX12" fmla="*/ 1723292 w 1758461"/>
                <a:gd name="csY12" fmla="*/ 0 h 19431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1758461" h="1943100">
                  <a:moveTo>
                    <a:pt x="1723292" y="0"/>
                  </a:moveTo>
                  <a:lnTo>
                    <a:pt x="1758461" y="1257300"/>
                  </a:lnTo>
                  <a:lnTo>
                    <a:pt x="1134207" y="1283677"/>
                  </a:lnTo>
                  <a:lnTo>
                    <a:pt x="1055077" y="1943100"/>
                  </a:lnTo>
                  <a:lnTo>
                    <a:pt x="782515" y="1943100"/>
                  </a:lnTo>
                  <a:lnTo>
                    <a:pt x="465992" y="1494692"/>
                  </a:lnTo>
                  <a:lnTo>
                    <a:pt x="114300" y="1441938"/>
                  </a:lnTo>
                  <a:lnTo>
                    <a:pt x="8792" y="1327638"/>
                  </a:lnTo>
                  <a:cubicBezTo>
                    <a:pt x="5861" y="981807"/>
                    <a:pt x="2931" y="635977"/>
                    <a:pt x="0" y="290146"/>
                  </a:cubicBezTo>
                  <a:lnTo>
                    <a:pt x="193430" y="272561"/>
                  </a:lnTo>
                  <a:lnTo>
                    <a:pt x="782515" y="237392"/>
                  </a:lnTo>
                  <a:lnTo>
                    <a:pt x="808892" y="17584"/>
                  </a:lnTo>
                  <a:lnTo>
                    <a:pt x="1723292" y="0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7177AF2-6604-9D15-0574-8529100FE177}"/>
                </a:ext>
              </a:extLst>
            </p:cNvPr>
            <p:cNvSpPr txBox="1"/>
            <p:nvPr/>
          </p:nvSpPr>
          <p:spPr>
            <a:xfrm>
              <a:off x="8211648" y="4807059"/>
              <a:ext cx="1946763" cy="1600438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r>
                <a:rPr lang="ko-KR" altLang="en-US" sz="1400">
                  <a:latin typeface="+mj-lt"/>
                  <a:ea typeface="나눔고딕" panose="020D0604000000000000" pitchFamily="50" charset="-127"/>
                </a:rPr>
                <a:t>인스타나 </a:t>
              </a:r>
              <a:r>
                <a:rPr lang="en-US" altLang="ko-KR" sz="1400">
                  <a:latin typeface="+mj-lt"/>
                  <a:ea typeface="나눔고딕" panose="020D0604000000000000" pitchFamily="50" charset="-127"/>
                </a:rPr>
                <a:t>X </a:t>
              </a:r>
              <a:r>
                <a:rPr lang="ko-KR" altLang="en-US" sz="1400">
                  <a:latin typeface="+mj-lt"/>
                  <a:ea typeface="나눔고딕" panose="020D0604000000000000" pitchFamily="50" charset="-127"/>
                </a:rPr>
                <a:t>연결할 때 자기 계정을 타이핑하지 않고 앱에서 자동으로 연결되도록 하면 좋을 듯</a:t>
              </a:r>
              <a:r>
                <a:rPr lang="en-US" altLang="ko-KR" sz="1400">
                  <a:latin typeface="+mj-lt"/>
                  <a:ea typeface="나눔고딕" panose="020D0604000000000000" pitchFamily="50" charset="-127"/>
                </a:rPr>
                <a:t>.</a:t>
              </a:r>
            </a:p>
            <a:p>
              <a:r>
                <a:rPr lang="ko-KR" altLang="en-US" sz="1400">
                  <a:latin typeface="+mj-lt"/>
                  <a:ea typeface="나눔고딕" panose="020D0604000000000000" pitchFamily="50" charset="-127"/>
                </a:rPr>
                <a:t>목소리는 어떻게 하면 좋을지 고민이네</a:t>
              </a:r>
              <a:r>
                <a:rPr lang="en-US" altLang="ko-KR" sz="1400">
                  <a:latin typeface="+mj-lt"/>
                  <a:ea typeface="나눔고딕" panose="020D0604000000000000" pitchFamily="50" charset="-127"/>
                </a:rPr>
                <a:t>…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894760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72E15F-634D-EED3-2592-98847AC37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>
            <a:extLst>
              <a:ext uri="{FF2B5EF4-FFF2-40B4-BE49-F238E27FC236}">
                <a16:creationId xmlns:a16="http://schemas.microsoft.com/office/drawing/2014/main" id="{D755E344-50DB-E0B5-6E75-9E0CBCC61CA6}"/>
              </a:ext>
            </a:extLst>
          </p:cNvPr>
          <p:cNvGrpSpPr/>
          <p:nvPr/>
        </p:nvGrpSpPr>
        <p:grpSpPr>
          <a:xfrm>
            <a:off x="159656" y="180862"/>
            <a:ext cx="3599543" cy="6496276"/>
            <a:chOff x="159656" y="180862"/>
            <a:chExt cx="3599543" cy="6496276"/>
          </a:xfrm>
        </p:grpSpPr>
        <p:pic>
          <p:nvPicPr>
            <p:cNvPr id="1028" name="Picture 4" descr="삼성 갤럭시 A34(OMD-SM-A346N) | U+유모바일">
              <a:extLst>
                <a:ext uri="{FF2B5EF4-FFF2-40B4-BE49-F238E27FC236}">
                  <a16:creationId xmlns:a16="http://schemas.microsoft.com/office/drawing/2014/main" id="{B66DCA5A-7B5F-5AB3-9B81-B07D287F7A6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566" r="22025"/>
            <a:stretch>
              <a:fillRect/>
            </a:stretch>
          </p:blipFill>
          <p:spPr bwMode="auto">
            <a:xfrm>
              <a:off x="159656" y="180862"/>
              <a:ext cx="3599543" cy="649627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사각형: 둥근 모서리 4">
              <a:extLst>
                <a:ext uri="{FF2B5EF4-FFF2-40B4-BE49-F238E27FC236}">
                  <a16:creationId xmlns:a16="http://schemas.microsoft.com/office/drawing/2014/main" id="{1639FD98-3E94-94A6-D27C-B342F9DCE10F}"/>
                </a:ext>
              </a:extLst>
            </p:cNvPr>
            <p:cNvSpPr/>
            <p:nvPr/>
          </p:nvSpPr>
          <p:spPr>
            <a:xfrm>
              <a:off x="508000" y="333829"/>
              <a:ext cx="2859315" cy="6168571"/>
            </a:xfrm>
            <a:prstGeom prst="roundRect">
              <a:avLst>
                <a:gd name="adj" fmla="val 10068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3" name="제목 1">
            <a:extLst>
              <a:ext uri="{FF2B5EF4-FFF2-40B4-BE49-F238E27FC236}">
                <a16:creationId xmlns:a16="http://schemas.microsoft.com/office/drawing/2014/main" id="{B0B49753-11EF-B2C8-8086-B237CA5B1CE3}"/>
              </a:ext>
            </a:extLst>
          </p:cNvPr>
          <p:cNvSpPr txBox="1">
            <a:spLocks/>
          </p:cNvSpPr>
          <p:nvPr/>
        </p:nvSpPr>
        <p:spPr>
          <a:xfrm>
            <a:off x="3759198" y="365125"/>
            <a:ext cx="7594601" cy="7778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200"/>
              <a:t>인트로</a:t>
            </a:r>
          </a:p>
        </p:txBody>
      </p:sp>
      <p:sp>
        <p:nvSpPr>
          <p:cNvPr id="2" name="실행 단추: 동영상 1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E0762463-BE25-0256-C219-35182CB87FFD}"/>
              </a:ext>
            </a:extLst>
          </p:cNvPr>
          <p:cNvSpPr/>
          <p:nvPr/>
        </p:nvSpPr>
        <p:spPr>
          <a:xfrm>
            <a:off x="1035502" y="2247900"/>
            <a:ext cx="1847850" cy="1647825"/>
          </a:xfrm>
          <a:prstGeom prst="actionButtonMovi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말풍선: 모서리가 둥근 사각형 2">
            <a:extLst>
              <a:ext uri="{FF2B5EF4-FFF2-40B4-BE49-F238E27FC236}">
                <a16:creationId xmlns:a16="http://schemas.microsoft.com/office/drawing/2014/main" id="{644D5F3A-0C3A-194C-1857-648FA4E8B10F}"/>
              </a:ext>
            </a:extLst>
          </p:cNvPr>
          <p:cNvSpPr/>
          <p:nvPr/>
        </p:nvSpPr>
        <p:spPr>
          <a:xfrm>
            <a:off x="4286701" y="1428750"/>
            <a:ext cx="3800024" cy="1676400"/>
          </a:xfrm>
          <a:prstGeom prst="wedgeRoundRectCallout">
            <a:avLst>
              <a:gd name="adj1" fmla="val -83359"/>
              <a:gd name="adj2" fmla="val 53409"/>
              <a:gd name="adj3" fmla="val 16667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앱 이름</a:t>
            </a:r>
            <a:r>
              <a:rPr lang="en-US" altLang="ko-KR">
                <a:solidFill>
                  <a:schemeClr val="tx1"/>
                </a:solidFill>
              </a:rPr>
              <a:t>, </a:t>
            </a:r>
            <a:r>
              <a:rPr lang="ko-KR" altLang="en-US">
                <a:solidFill>
                  <a:schemeClr val="tx1"/>
                </a:solidFill>
              </a:rPr>
              <a:t>로고</a:t>
            </a:r>
            <a:r>
              <a:rPr lang="en-US" altLang="ko-KR">
                <a:solidFill>
                  <a:schemeClr val="tx1"/>
                </a:solidFill>
              </a:rPr>
              <a:t>, </a:t>
            </a:r>
            <a:r>
              <a:rPr lang="ko-KR" altLang="en-US">
                <a:solidFill>
                  <a:schemeClr val="tx1"/>
                </a:solidFill>
              </a:rPr>
              <a:t>로고 애니메이션은 </a:t>
            </a:r>
            <a:r>
              <a:rPr lang="en-US" altLang="ko-KR">
                <a:solidFill>
                  <a:schemeClr val="tx1"/>
                </a:solidFill>
              </a:rPr>
              <a:t>AI</a:t>
            </a:r>
            <a:r>
              <a:rPr lang="ko-KR" altLang="en-US">
                <a:solidFill>
                  <a:schemeClr val="tx1"/>
                </a:solidFill>
              </a:rPr>
              <a:t>와 상의해서 만들어 볼 것</a:t>
            </a:r>
            <a:r>
              <a:rPr lang="en-US" altLang="ko-KR">
                <a:solidFill>
                  <a:schemeClr val="tx1"/>
                </a:solidFill>
              </a:rPr>
              <a:t>!!</a:t>
            </a:r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D4B76454-CEA5-3C83-728C-76DCA9BE287C}"/>
              </a:ext>
            </a:extLst>
          </p:cNvPr>
          <p:cNvGrpSpPr/>
          <p:nvPr/>
        </p:nvGrpSpPr>
        <p:grpSpPr>
          <a:xfrm>
            <a:off x="8086725" y="4737100"/>
            <a:ext cx="4076700" cy="2082800"/>
            <a:chOff x="8086725" y="4737100"/>
            <a:chExt cx="4076700" cy="2082800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4C9667DF-3BA3-C7BB-6637-816D63CB8405}"/>
                </a:ext>
              </a:extLst>
            </p:cNvPr>
            <p:cNvSpPr/>
            <p:nvPr/>
          </p:nvSpPr>
          <p:spPr>
            <a:xfrm>
              <a:off x="8086725" y="4737100"/>
              <a:ext cx="4076700" cy="2082800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96AD4B4B-9280-4F7B-1B9B-8773560D3B0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rcRect l="9786"/>
            <a:stretch>
              <a:fillRect/>
            </a:stretch>
          </p:blipFill>
          <p:spPr>
            <a:xfrm>
              <a:off x="8153399" y="4737100"/>
              <a:ext cx="4010025" cy="2082800"/>
            </a:xfrm>
            <a:prstGeom prst="rect">
              <a:avLst/>
            </a:prstGeom>
          </p:spPr>
        </p:pic>
        <p:sp>
          <p:nvSpPr>
            <p:cNvPr id="16" name="자유형: 도형 15">
              <a:extLst>
                <a:ext uri="{FF2B5EF4-FFF2-40B4-BE49-F238E27FC236}">
                  <a16:creationId xmlns:a16="http://schemas.microsoft.com/office/drawing/2014/main" id="{DA2E8CB7-DE40-D9C9-1D54-FF9926DF6A60}"/>
                </a:ext>
              </a:extLst>
            </p:cNvPr>
            <p:cNvSpPr/>
            <p:nvPr/>
          </p:nvSpPr>
          <p:spPr>
            <a:xfrm>
              <a:off x="8132885" y="4765431"/>
              <a:ext cx="1758461" cy="1943100"/>
            </a:xfrm>
            <a:custGeom>
              <a:avLst/>
              <a:gdLst>
                <a:gd name="csX0" fmla="*/ 1723292 w 1758461"/>
                <a:gd name="csY0" fmla="*/ 0 h 1943100"/>
                <a:gd name="csX1" fmla="*/ 1758461 w 1758461"/>
                <a:gd name="csY1" fmla="*/ 1257300 h 1943100"/>
                <a:gd name="csX2" fmla="*/ 1134207 w 1758461"/>
                <a:gd name="csY2" fmla="*/ 1283677 h 1943100"/>
                <a:gd name="csX3" fmla="*/ 1055077 w 1758461"/>
                <a:gd name="csY3" fmla="*/ 1943100 h 1943100"/>
                <a:gd name="csX4" fmla="*/ 782515 w 1758461"/>
                <a:gd name="csY4" fmla="*/ 1943100 h 1943100"/>
                <a:gd name="csX5" fmla="*/ 465992 w 1758461"/>
                <a:gd name="csY5" fmla="*/ 1494692 h 1943100"/>
                <a:gd name="csX6" fmla="*/ 114300 w 1758461"/>
                <a:gd name="csY6" fmla="*/ 1441938 h 1943100"/>
                <a:gd name="csX7" fmla="*/ 8792 w 1758461"/>
                <a:gd name="csY7" fmla="*/ 1327638 h 1943100"/>
                <a:gd name="csX8" fmla="*/ 0 w 1758461"/>
                <a:gd name="csY8" fmla="*/ 290146 h 1943100"/>
                <a:gd name="csX9" fmla="*/ 193430 w 1758461"/>
                <a:gd name="csY9" fmla="*/ 272561 h 1943100"/>
                <a:gd name="csX10" fmla="*/ 782515 w 1758461"/>
                <a:gd name="csY10" fmla="*/ 237392 h 1943100"/>
                <a:gd name="csX11" fmla="*/ 808892 w 1758461"/>
                <a:gd name="csY11" fmla="*/ 17584 h 1943100"/>
                <a:gd name="csX12" fmla="*/ 1723292 w 1758461"/>
                <a:gd name="csY12" fmla="*/ 0 h 19431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1758461" h="1943100">
                  <a:moveTo>
                    <a:pt x="1723292" y="0"/>
                  </a:moveTo>
                  <a:lnTo>
                    <a:pt x="1758461" y="1257300"/>
                  </a:lnTo>
                  <a:lnTo>
                    <a:pt x="1134207" y="1283677"/>
                  </a:lnTo>
                  <a:lnTo>
                    <a:pt x="1055077" y="1943100"/>
                  </a:lnTo>
                  <a:lnTo>
                    <a:pt x="782515" y="1943100"/>
                  </a:lnTo>
                  <a:lnTo>
                    <a:pt x="465992" y="1494692"/>
                  </a:lnTo>
                  <a:lnTo>
                    <a:pt x="114300" y="1441938"/>
                  </a:lnTo>
                  <a:lnTo>
                    <a:pt x="8792" y="1327638"/>
                  </a:lnTo>
                  <a:cubicBezTo>
                    <a:pt x="5861" y="981807"/>
                    <a:pt x="2931" y="635977"/>
                    <a:pt x="0" y="290146"/>
                  </a:cubicBezTo>
                  <a:lnTo>
                    <a:pt x="193430" y="272561"/>
                  </a:lnTo>
                  <a:lnTo>
                    <a:pt x="782515" y="237392"/>
                  </a:lnTo>
                  <a:lnTo>
                    <a:pt x="808892" y="17584"/>
                  </a:lnTo>
                  <a:lnTo>
                    <a:pt x="1723292" y="0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FD2DDD7-1D71-4A8E-D9C5-37028B1AD7C8}"/>
                </a:ext>
              </a:extLst>
            </p:cNvPr>
            <p:cNvSpPr txBox="1"/>
            <p:nvPr/>
          </p:nvSpPr>
          <p:spPr>
            <a:xfrm>
              <a:off x="8211648" y="4807059"/>
              <a:ext cx="1946763" cy="1600438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r>
                <a:rPr lang="ko-KR" altLang="en-US" sz="1400">
                  <a:latin typeface="+mj-lt"/>
                  <a:ea typeface="나눔고딕" panose="020D0604000000000000" pitchFamily="50" charset="-127"/>
                </a:rPr>
                <a:t>벤치마킹 대상은 네이버지도 앱</a:t>
              </a:r>
              <a:r>
                <a:rPr lang="en-US" altLang="ko-KR" sz="1400">
                  <a:latin typeface="+mj-lt"/>
                  <a:ea typeface="나눔고딕" panose="020D0604000000000000" pitchFamily="50" charset="-127"/>
                </a:rPr>
                <a:t>. </a:t>
              </a:r>
              <a:r>
                <a:rPr lang="ko-KR" altLang="en-US" sz="1400">
                  <a:latin typeface="+mj-lt"/>
                  <a:ea typeface="나눔고딕" panose="020D0604000000000000" pitchFamily="50" charset="-127"/>
                </a:rPr>
                <a:t>처음에 네이버지도 로고도 나오고</a:t>
              </a:r>
              <a:r>
                <a:rPr lang="en-US" altLang="ko-KR" sz="1400">
                  <a:latin typeface="+mj-lt"/>
                  <a:ea typeface="나눔고딕" panose="020D0604000000000000" pitchFamily="50" charset="-127"/>
                </a:rPr>
                <a:t>, </a:t>
              </a:r>
              <a:r>
                <a:rPr lang="ko-KR" altLang="en-US" sz="1400">
                  <a:latin typeface="+mj-lt"/>
                  <a:ea typeface="나눔고딕" panose="020D0604000000000000" pitchFamily="50" charset="-127"/>
                </a:rPr>
                <a:t>그 다음에 전면광고도 나오는데 약 </a:t>
              </a:r>
              <a:r>
                <a:rPr lang="en-US" altLang="ko-KR" sz="1400">
                  <a:latin typeface="+mj-lt"/>
                  <a:ea typeface="나눔고딕" panose="020D0604000000000000" pitchFamily="50" charset="-127"/>
                </a:rPr>
                <a:t>2</a:t>
              </a:r>
              <a:r>
                <a:rPr lang="ko-KR" altLang="en-US" sz="1400">
                  <a:latin typeface="+mj-lt"/>
                  <a:ea typeface="나눔고딕" panose="020D0604000000000000" pitchFamily="50" charset="-127"/>
                </a:rPr>
                <a:t>초 정도의 정지화면이라서 크게 거슬리지도 않아</a:t>
              </a:r>
              <a:r>
                <a:rPr lang="en-US" altLang="ko-KR" sz="1400">
                  <a:latin typeface="+mj-lt"/>
                  <a:ea typeface="나눔고딕" panose="020D0604000000000000" pitchFamily="50" charset="-127"/>
                </a:rPr>
                <a:t>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08415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제목 1">
            <a:extLst>
              <a:ext uri="{FF2B5EF4-FFF2-40B4-BE49-F238E27FC236}">
                <a16:creationId xmlns:a16="http://schemas.microsoft.com/office/drawing/2014/main" id="{A69F0180-ED98-5C5F-C628-998F987B583C}"/>
              </a:ext>
            </a:extLst>
          </p:cNvPr>
          <p:cNvSpPr txBox="1">
            <a:spLocks/>
          </p:cNvSpPr>
          <p:nvPr/>
        </p:nvSpPr>
        <p:spPr>
          <a:xfrm>
            <a:off x="3759198" y="41275"/>
            <a:ext cx="7594601" cy="7778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200"/>
              <a:t>메인 </a:t>
            </a:r>
            <a:r>
              <a:rPr lang="en-US" altLang="ko-KR" sz="3200"/>
              <a:t>(</a:t>
            </a:r>
            <a:r>
              <a:rPr lang="ko-KR" altLang="en-US" sz="3200"/>
              <a:t>사용자 조작 전 화면</a:t>
            </a:r>
            <a:r>
              <a:rPr lang="en-US" altLang="ko-KR" sz="3200"/>
              <a:t>)</a:t>
            </a:r>
            <a:endParaRPr lang="ko-KR" altLang="en-US" sz="3200"/>
          </a:p>
        </p:txBody>
      </p:sp>
      <p:sp>
        <p:nvSpPr>
          <p:cNvPr id="1085" name="TextBox 1084">
            <a:extLst>
              <a:ext uri="{FF2B5EF4-FFF2-40B4-BE49-F238E27FC236}">
                <a16:creationId xmlns:a16="http://schemas.microsoft.com/office/drawing/2014/main" id="{B10268E1-1209-B32A-F068-A19D85F5B3FC}"/>
              </a:ext>
            </a:extLst>
          </p:cNvPr>
          <p:cNvSpPr txBox="1"/>
          <p:nvPr/>
        </p:nvSpPr>
        <p:spPr>
          <a:xfrm>
            <a:off x="3804653" y="829238"/>
            <a:ext cx="8358771" cy="5440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/>
              <a:t>최상단 좌측 </a:t>
            </a:r>
            <a:r>
              <a:rPr lang="en-US" altLang="ko-KR"/>
              <a:t>: </a:t>
            </a:r>
            <a:r>
              <a:rPr lang="ko-KR" altLang="en-US"/>
              <a:t>로고</a:t>
            </a:r>
            <a:endParaRPr lang="en-US" altLang="ko-KR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/>
              <a:t>최상단 우측 </a:t>
            </a:r>
            <a:r>
              <a:rPr lang="en-US" altLang="ko-KR"/>
              <a:t>: </a:t>
            </a:r>
            <a:r>
              <a:rPr lang="ko-KR" altLang="en-US"/>
              <a:t>추천코스 등록 </a:t>
            </a:r>
            <a:r>
              <a:rPr lang="en-US" altLang="ko-KR"/>
              <a:t>/ </a:t>
            </a:r>
            <a:r>
              <a:rPr lang="ko-KR" altLang="en-US"/>
              <a:t>라이딩 기록 </a:t>
            </a:r>
            <a:r>
              <a:rPr lang="en-US" altLang="ko-KR"/>
              <a:t>/ </a:t>
            </a:r>
            <a:r>
              <a:rPr lang="ko-KR" altLang="en-US"/>
              <a:t>저장한 코스 표시 </a:t>
            </a:r>
            <a:r>
              <a:rPr lang="en-US" altLang="ko-KR"/>
              <a:t>/ </a:t>
            </a:r>
            <a:r>
              <a:rPr lang="ko-KR" altLang="en-US"/>
              <a:t>설정</a:t>
            </a:r>
            <a:endParaRPr lang="en-US" altLang="ko-KR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/>
              <a:t>그 아래에는 </a:t>
            </a:r>
            <a:r>
              <a:rPr lang="en-US" altLang="ko-KR"/>
              <a:t>OSM </a:t>
            </a:r>
            <a:r>
              <a:rPr lang="ko-KR" altLang="en-US"/>
              <a:t>지도가 화면을 다 채움</a:t>
            </a:r>
            <a:endParaRPr lang="en-US" altLang="ko-KR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/>
              <a:t>화면 중앙지점은 나의 현위치로</a:t>
            </a:r>
            <a:r>
              <a:rPr lang="en-US" altLang="ko-KR"/>
              <a:t>, </a:t>
            </a:r>
            <a:r>
              <a:rPr lang="ko-KR" altLang="en-US"/>
              <a:t>내 위치를 표시해 줌</a:t>
            </a:r>
            <a:endParaRPr lang="en-US" altLang="ko-KR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/>
              <a:t>화면의 작고 둥근 녹색 점은 추천 코스</a:t>
            </a:r>
            <a:r>
              <a:rPr lang="en-US" altLang="ko-KR"/>
              <a:t>, </a:t>
            </a:r>
            <a:r>
              <a:rPr lang="ko-KR" altLang="en-US"/>
              <a:t>주황색 점은 추천 카페</a:t>
            </a:r>
            <a:endParaRPr lang="en-US" altLang="ko-KR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/>
              <a:t>화면 우측 상단</a:t>
            </a:r>
            <a:r>
              <a:rPr lang="en-US" altLang="ko-KR"/>
              <a:t>	~</a:t>
            </a:r>
            <a:r>
              <a:rPr lang="ko-KR" altLang="en-US"/>
              <a:t>중단 </a:t>
            </a:r>
            <a:r>
              <a:rPr lang="en-US" altLang="ko-KR"/>
              <a:t>: </a:t>
            </a:r>
            <a:r>
              <a:rPr lang="ko-KR" altLang="en-US"/>
              <a:t>낮시간 표시 인디케이터 </a:t>
            </a:r>
            <a:br>
              <a:rPr lang="en-US" altLang="ko-KR"/>
            </a:br>
            <a:r>
              <a:rPr lang="en-US" altLang="ko-KR"/>
              <a:t>(</a:t>
            </a:r>
            <a:r>
              <a:rPr lang="ko-KR" altLang="en-US"/>
              <a:t>시간이 지나면 점점 아래로 줄어들게 됨</a:t>
            </a:r>
            <a:r>
              <a:rPr lang="en-US" altLang="ko-KR"/>
              <a:t>. </a:t>
            </a:r>
            <a:br>
              <a:rPr lang="en-US" altLang="ko-KR"/>
            </a:br>
            <a:r>
              <a:rPr lang="en-US" altLang="ko-KR"/>
              <a:t>  </a:t>
            </a:r>
            <a:r>
              <a:rPr lang="ko-KR" altLang="en-US"/>
              <a:t>맨 위는 </a:t>
            </a:r>
            <a:r>
              <a:rPr lang="en-US" altLang="ko-KR"/>
              <a:t>BMNT, </a:t>
            </a:r>
            <a:r>
              <a:rPr lang="ko-KR" altLang="en-US"/>
              <a:t>맨</a:t>
            </a:r>
            <a:r>
              <a:rPr lang="en-US" altLang="ko-KR"/>
              <a:t> </a:t>
            </a:r>
            <a:r>
              <a:rPr lang="ko-KR" altLang="en-US"/>
              <a:t>아래는</a:t>
            </a:r>
            <a:r>
              <a:rPr lang="en-US" altLang="ko-KR"/>
              <a:t> EENT</a:t>
            </a:r>
            <a:r>
              <a:rPr lang="ko-KR" altLang="en-US"/>
              <a:t> 시간으로 하여 그래프로 표시</a:t>
            </a:r>
            <a:r>
              <a:rPr lang="en-US" altLang="ko-KR"/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/>
              <a:t>화면 우측 하단 </a:t>
            </a:r>
            <a:r>
              <a:rPr lang="en-US" altLang="ko-KR"/>
              <a:t>: </a:t>
            </a:r>
            <a:r>
              <a:rPr lang="ko-KR" altLang="en-US"/>
              <a:t>내 위치로 이동 </a:t>
            </a:r>
            <a:r>
              <a:rPr lang="en-US" altLang="ko-KR"/>
              <a:t>/ </a:t>
            </a:r>
            <a:br>
              <a:rPr lang="en-US" altLang="ko-KR"/>
            </a:br>
            <a:r>
              <a:rPr lang="en-US" altLang="ko-KR"/>
              <a:t> </a:t>
            </a:r>
            <a:r>
              <a:rPr lang="ko-KR" altLang="en-US"/>
              <a:t>화면 확대 축소 컨트롤 바</a:t>
            </a:r>
            <a:endParaRPr lang="en-US" altLang="ko-KR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/>
              <a:t>지도에서 고속도로 정보는 항상 다 </a:t>
            </a:r>
            <a:br>
              <a:rPr lang="en-US" altLang="ko-KR"/>
            </a:br>
            <a:r>
              <a:rPr lang="ko-KR" altLang="en-US"/>
              <a:t>빼고</a:t>
            </a:r>
            <a:r>
              <a:rPr lang="en-US" altLang="ko-KR"/>
              <a:t>, </a:t>
            </a:r>
            <a:r>
              <a:rPr lang="ko-KR" altLang="en-US"/>
              <a:t>국도와 지방도를 표시한다</a:t>
            </a:r>
            <a:r>
              <a:rPr lang="en-US" altLang="ko-KR"/>
              <a:t>.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912CC7A5-115A-D443-2A06-060483BC62DA}"/>
              </a:ext>
            </a:extLst>
          </p:cNvPr>
          <p:cNvGrpSpPr/>
          <p:nvPr/>
        </p:nvGrpSpPr>
        <p:grpSpPr>
          <a:xfrm>
            <a:off x="159656" y="180862"/>
            <a:ext cx="3599543" cy="6496276"/>
            <a:chOff x="159656" y="180862"/>
            <a:chExt cx="3599543" cy="6496276"/>
          </a:xfrm>
        </p:grpSpPr>
        <p:pic>
          <p:nvPicPr>
            <p:cNvPr id="3" name="Picture 4" descr="삼성 갤럭시 A34(OMD-SM-A346N) | U+유모바일">
              <a:extLst>
                <a:ext uri="{FF2B5EF4-FFF2-40B4-BE49-F238E27FC236}">
                  <a16:creationId xmlns:a16="http://schemas.microsoft.com/office/drawing/2014/main" id="{B30C2947-DF49-F4C1-29CF-158AC1B4293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566" r="22025"/>
            <a:stretch>
              <a:fillRect/>
            </a:stretch>
          </p:blipFill>
          <p:spPr bwMode="auto">
            <a:xfrm>
              <a:off x="159656" y="180862"/>
              <a:ext cx="3599543" cy="649627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F537B661-7AEC-32A3-AAAC-1144412A846C}"/>
                </a:ext>
              </a:extLst>
            </p:cNvPr>
            <p:cNvSpPr/>
            <p:nvPr/>
          </p:nvSpPr>
          <p:spPr>
            <a:xfrm>
              <a:off x="508000" y="333829"/>
              <a:ext cx="2859315" cy="6168571"/>
            </a:xfrm>
            <a:prstGeom prst="roundRect">
              <a:avLst>
                <a:gd name="adj" fmla="val 10068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112" name="그림 1111">
            <a:extLst>
              <a:ext uri="{FF2B5EF4-FFF2-40B4-BE49-F238E27FC236}">
                <a16:creationId xmlns:a16="http://schemas.microsoft.com/office/drawing/2014/main" id="{FB688371-470F-0EF1-2782-88F91FA1EE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999" y="1012103"/>
            <a:ext cx="2859315" cy="5104367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92919253-4B46-4E5D-0200-BFB6A5BFD906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2928593" y="627464"/>
            <a:ext cx="283875" cy="283875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E9615BCD-92E8-EAB6-A7BF-B084A53D26CE}"/>
              </a:ext>
            </a:extLst>
          </p:cNvPr>
          <p:cNvSpPr/>
          <p:nvPr/>
        </p:nvSpPr>
        <p:spPr>
          <a:xfrm>
            <a:off x="507999" y="6137275"/>
            <a:ext cx="2859315" cy="355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ysClr val="windowText" lastClr="000000"/>
                </a:solidFill>
              </a:rPr>
              <a:t>Ads</a:t>
            </a:r>
            <a:endParaRPr lang="ko-KR" altLang="en-US">
              <a:solidFill>
                <a:sysClr val="windowText" lastClr="000000"/>
              </a:solidFill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6CF283C3-F8B6-DCFB-3CD1-90A03F2EBB2A}"/>
              </a:ext>
            </a:extLst>
          </p:cNvPr>
          <p:cNvSpPr/>
          <p:nvPr/>
        </p:nvSpPr>
        <p:spPr>
          <a:xfrm>
            <a:off x="580394" y="627464"/>
            <a:ext cx="885825" cy="277931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로고</a:t>
            </a:r>
          </a:p>
        </p:txBody>
      </p:sp>
      <p:grpSp>
        <p:nvGrpSpPr>
          <p:cNvPr id="1067" name="그룹 1066">
            <a:extLst>
              <a:ext uri="{FF2B5EF4-FFF2-40B4-BE49-F238E27FC236}">
                <a16:creationId xmlns:a16="http://schemas.microsoft.com/office/drawing/2014/main" id="{BFDD8331-CF87-0188-E22D-E5ACD561FACE}"/>
              </a:ext>
            </a:extLst>
          </p:cNvPr>
          <p:cNvGrpSpPr/>
          <p:nvPr/>
        </p:nvGrpSpPr>
        <p:grpSpPr>
          <a:xfrm>
            <a:off x="1730279" y="2805797"/>
            <a:ext cx="153162" cy="153162"/>
            <a:chOff x="114966" y="1591275"/>
            <a:chExt cx="914400" cy="914400"/>
          </a:xfrm>
        </p:grpSpPr>
        <p:sp>
          <p:nvSpPr>
            <p:cNvPr id="1071" name="눈물 방울 1070">
              <a:extLst>
                <a:ext uri="{FF2B5EF4-FFF2-40B4-BE49-F238E27FC236}">
                  <a16:creationId xmlns:a16="http://schemas.microsoft.com/office/drawing/2014/main" id="{573D6D1C-545D-8983-950F-758158BEFCC4}"/>
                </a:ext>
              </a:extLst>
            </p:cNvPr>
            <p:cNvSpPr/>
            <p:nvPr/>
          </p:nvSpPr>
          <p:spPr>
            <a:xfrm rot="8096280">
              <a:off x="114966" y="1591275"/>
              <a:ext cx="914400" cy="914400"/>
            </a:xfrm>
            <a:prstGeom prst="teardrop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72" name="타원 1071">
              <a:extLst>
                <a:ext uri="{FF2B5EF4-FFF2-40B4-BE49-F238E27FC236}">
                  <a16:creationId xmlns:a16="http://schemas.microsoft.com/office/drawing/2014/main" id="{512FBBCF-8324-AE64-9FE1-8806376866C5}"/>
                </a:ext>
              </a:extLst>
            </p:cNvPr>
            <p:cNvSpPr/>
            <p:nvPr/>
          </p:nvSpPr>
          <p:spPr>
            <a:xfrm>
              <a:off x="372403" y="1848944"/>
              <a:ext cx="399060" cy="39906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086" name="그림 1085">
            <a:extLst>
              <a:ext uri="{FF2B5EF4-FFF2-40B4-BE49-F238E27FC236}">
                <a16:creationId xmlns:a16="http://schemas.microsoft.com/office/drawing/2014/main" id="{9D6A55B3-1CEF-866C-5F9A-5C9F35276C8C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EFF5F6"/>
              </a:clrFrom>
              <a:clrTo>
                <a:srgbClr val="EFF5F6">
                  <a:alpha val="0"/>
                </a:srgbClr>
              </a:clrTo>
            </a:clrChange>
          </a:blip>
          <a:srcRect l="22293" t="14917" r="29841" b="39897"/>
          <a:stretch>
            <a:fillRect/>
          </a:stretch>
        </p:blipFill>
        <p:spPr>
          <a:xfrm>
            <a:off x="2385157" y="660632"/>
            <a:ext cx="233195" cy="243559"/>
          </a:xfrm>
          <a:prstGeom prst="rect">
            <a:avLst/>
          </a:prstGeom>
        </p:spPr>
      </p:pic>
      <p:pic>
        <p:nvPicPr>
          <p:cNvPr id="1087" name="그림 1086">
            <a:extLst>
              <a:ext uri="{FF2B5EF4-FFF2-40B4-BE49-F238E27FC236}">
                <a16:creationId xmlns:a16="http://schemas.microsoft.com/office/drawing/2014/main" id="{A5197D4A-066B-80C7-83C2-B05DD7124F9A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EFF5F6"/>
              </a:clrFrom>
              <a:clrTo>
                <a:srgbClr val="EFF5F6">
                  <a:alpha val="0"/>
                </a:srgbClr>
              </a:clrTo>
            </a:clrChange>
          </a:blip>
          <a:srcRect l="31809" t="8837" r="27051" b="46874"/>
          <a:stretch>
            <a:fillRect/>
          </a:stretch>
        </p:blipFill>
        <p:spPr>
          <a:xfrm>
            <a:off x="2678187" y="672911"/>
            <a:ext cx="199862" cy="228609"/>
          </a:xfrm>
          <a:prstGeom prst="rect">
            <a:avLst/>
          </a:prstGeom>
        </p:spPr>
      </p:pic>
      <p:pic>
        <p:nvPicPr>
          <p:cNvPr id="1088" name="그림 1087">
            <a:extLst>
              <a:ext uri="{FF2B5EF4-FFF2-40B4-BE49-F238E27FC236}">
                <a16:creationId xmlns:a16="http://schemas.microsoft.com/office/drawing/2014/main" id="{90C8DFFC-0D2B-A528-39FB-B86FF41D646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35458" y="667343"/>
            <a:ext cx="323895" cy="266737"/>
          </a:xfrm>
          <a:prstGeom prst="rect">
            <a:avLst/>
          </a:prstGeom>
        </p:spPr>
      </p:pic>
      <p:sp>
        <p:nvSpPr>
          <p:cNvPr id="1090" name="TextBox 1089">
            <a:extLst>
              <a:ext uri="{FF2B5EF4-FFF2-40B4-BE49-F238E27FC236}">
                <a16:creationId xmlns:a16="http://schemas.microsoft.com/office/drawing/2014/main" id="{604F0B4E-936D-2A1D-0660-47C578EE545C}"/>
              </a:ext>
            </a:extLst>
          </p:cNvPr>
          <p:cNvSpPr txBox="1"/>
          <p:nvPr/>
        </p:nvSpPr>
        <p:spPr>
          <a:xfrm>
            <a:off x="614280" y="330886"/>
            <a:ext cx="49564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/>
              <a:t>07:00</a:t>
            </a:r>
            <a:endParaRPr lang="ko-KR" altLang="en-US" sz="1000"/>
          </a:p>
        </p:txBody>
      </p:sp>
      <p:pic>
        <p:nvPicPr>
          <p:cNvPr id="1093" name="그래픽 1092" descr="Wi Fi">
            <a:extLst>
              <a:ext uri="{FF2B5EF4-FFF2-40B4-BE49-F238E27FC236}">
                <a16:creationId xmlns:a16="http://schemas.microsoft.com/office/drawing/2014/main" id="{0DFBEC7E-FD79-9387-E737-E8DB0EAB6B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267670" y="355600"/>
            <a:ext cx="205670" cy="205670"/>
          </a:xfrm>
          <a:prstGeom prst="rect">
            <a:avLst/>
          </a:prstGeom>
        </p:spPr>
      </p:pic>
      <p:pic>
        <p:nvPicPr>
          <p:cNvPr id="1096" name="그래픽 1095" descr="신호">
            <a:extLst>
              <a:ext uri="{FF2B5EF4-FFF2-40B4-BE49-F238E27FC236}">
                <a16:creationId xmlns:a16="http://schemas.microsoft.com/office/drawing/2014/main" id="{EA7A7D97-EEBA-6D4A-A5D3-CF8EB94A1A1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691368" y="367232"/>
            <a:ext cx="173527" cy="173527"/>
          </a:xfrm>
          <a:prstGeom prst="rect">
            <a:avLst/>
          </a:prstGeom>
        </p:spPr>
      </p:pic>
      <p:sp>
        <p:nvSpPr>
          <p:cNvPr id="1098" name="사각형: 둥근 모서리 1097">
            <a:extLst>
              <a:ext uri="{FF2B5EF4-FFF2-40B4-BE49-F238E27FC236}">
                <a16:creationId xmlns:a16="http://schemas.microsoft.com/office/drawing/2014/main" id="{06D51BA0-FC5B-94D8-044D-6B5D3A3BDC7C}"/>
              </a:ext>
            </a:extLst>
          </p:cNvPr>
          <p:cNvSpPr/>
          <p:nvPr/>
        </p:nvSpPr>
        <p:spPr>
          <a:xfrm>
            <a:off x="2875909" y="393331"/>
            <a:ext cx="326213" cy="121330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95</a:t>
            </a:r>
            <a:endParaRPr lang="ko-KR" altLang="en-US" sz="800"/>
          </a:p>
        </p:txBody>
      </p:sp>
      <p:sp>
        <p:nvSpPr>
          <p:cNvPr id="1100" name="TextBox 1099">
            <a:extLst>
              <a:ext uri="{FF2B5EF4-FFF2-40B4-BE49-F238E27FC236}">
                <a16:creationId xmlns:a16="http://schemas.microsoft.com/office/drawing/2014/main" id="{B62A0154-40B5-ADF4-73CF-BD0D57E11D1E}"/>
              </a:ext>
            </a:extLst>
          </p:cNvPr>
          <p:cNvSpPr txBox="1"/>
          <p:nvPr/>
        </p:nvSpPr>
        <p:spPr>
          <a:xfrm>
            <a:off x="2376012" y="338526"/>
            <a:ext cx="40267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/>
              <a:t>υlte</a:t>
            </a:r>
            <a:endParaRPr lang="ko-KR" altLang="en-US" sz="1000"/>
          </a:p>
        </p:txBody>
      </p:sp>
      <p:pic>
        <p:nvPicPr>
          <p:cNvPr id="1102" name="그래픽 1101" descr="표식">
            <a:extLst>
              <a:ext uri="{FF2B5EF4-FFF2-40B4-BE49-F238E27FC236}">
                <a16:creationId xmlns:a16="http://schemas.microsoft.com/office/drawing/2014/main" id="{79BA18C8-40BD-EAAC-F31E-BF719EEFEC6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157984" y="393331"/>
            <a:ext cx="146467" cy="146467"/>
          </a:xfrm>
          <a:prstGeom prst="rect">
            <a:avLst/>
          </a:prstGeom>
        </p:spPr>
      </p:pic>
      <p:pic>
        <p:nvPicPr>
          <p:cNvPr id="1104" name="그래픽 1103" descr="벨소리 음소거">
            <a:extLst>
              <a:ext uri="{FF2B5EF4-FFF2-40B4-BE49-F238E27FC236}">
                <a16:creationId xmlns:a16="http://schemas.microsoft.com/office/drawing/2014/main" id="{697211BB-62DD-8BEA-D904-C7D4410D3D3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030579" y="388402"/>
            <a:ext cx="146468" cy="146468"/>
          </a:xfrm>
          <a:prstGeom prst="rect">
            <a:avLst/>
          </a:prstGeom>
        </p:spPr>
      </p:pic>
      <p:pic>
        <p:nvPicPr>
          <p:cNvPr id="1106" name="그래픽 1105" descr="키">
            <a:extLst>
              <a:ext uri="{FF2B5EF4-FFF2-40B4-BE49-F238E27FC236}">
                <a16:creationId xmlns:a16="http://schemas.microsoft.com/office/drawing/2014/main" id="{5A2E87AF-BA65-FCF5-7337-213E473928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883441" y="396339"/>
            <a:ext cx="146467" cy="146467"/>
          </a:xfrm>
          <a:prstGeom prst="rect">
            <a:avLst/>
          </a:prstGeom>
        </p:spPr>
      </p:pic>
      <p:pic>
        <p:nvPicPr>
          <p:cNvPr id="1114" name="그림 1113">
            <a:extLst>
              <a:ext uri="{FF2B5EF4-FFF2-40B4-BE49-F238E27FC236}">
                <a16:creationId xmlns:a16="http://schemas.microsoft.com/office/drawing/2014/main" id="{A5EE47EE-71C6-B15A-5F8E-F25965B4710E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056205" y="4423302"/>
            <a:ext cx="251185" cy="25836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16" name="그림 1115">
            <a:extLst>
              <a:ext uri="{FF2B5EF4-FFF2-40B4-BE49-F238E27FC236}">
                <a16:creationId xmlns:a16="http://schemas.microsoft.com/office/drawing/2014/main" id="{C9EF9F6B-9B49-EB3A-1282-C7963F83F2D5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056206" y="4736955"/>
            <a:ext cx="247705" cy="1330527"/>
          </a:xfrm>
          <a:prstGeom prst="rect">
            <a:avLst/>
          </a:prstGeom>
        </p:spPr>
      </p:pic>
      <p:sp>
        <p:nvSpPr>
          <p:cNvPr id="1120" name="직사각형 1119">
            <a:extLst>
              <a:ext uri="{FF2B5EF4-FFF2-40B4-BE49-F238E27FC236}">
                <a16:creationId xmlns:a16="http://schemas.microsoft.com/office/drawing/2014/main" id="{C0B3A5CE-E971-8A6E-F43F-B3A697FB09B8}"/>
              </a:ext>
            </a:extLst>
          </p:cNvPr>
          <p:cNvSpPr/>
          <p:nvPr/>
        </p:nvSpPr>
        <p:spPr>
          <a:xfrm>
            <a:off x="3087307" y="1440659"/>
            <a:ext cx="216604" cy="2564451"/>
          </a:xfrm>
          <a:prstGeom prst="rect">
            <a:avLst/>
          </a:prstGeom>
          <a:solidFill>
            <a:srgbClr val="FFFFFF">
              <a:alpha val="69804"/>
            </a:srgbClr>
          </a:solidFill>
          <a:ln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18" name="그래픽 1117" descr="일">
            <a:extLst>
              <a:ext uri="{FF2B5EF4-FFF2-40B4-BE49-F238E27FC236}">
                <a16:creationId xmlns:a16="http://schemas.microsoft.com/office/drawing/2014/main" id="{4F934CE6-326A-A11B-873E-DACEAF6607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069383" y="1419153"/>
            <a:ext cx="258362" cy="258362"/>
          </a:xfrm>
          <a:prstGeom prst="rect">
            <a:avLst/>
          </a:prstGeom>
        </p:spPr>
      </p:pic>
      <p:grpSp>
        <p:nvGrpSpPr>
          <p:cNvPr id="1141" name="그룹 1140">
            <a:extLst>
              <a:ext uri="{FF2B5EF4-FFF2-40B4-BE49-F238E27FC236}">
                <a16:creationId xmlns:a16="http://schemas.microsoft.com/office/drawing/2014/main" id="{BB62EDE4-63E1-2179-7E1E-A98647A417F8}"/>
              </a:ext>
            </a:extLst>
          </p:cNvPr>
          <p:cNvGrpSpPr/>
          <p:nvPr/>
        </p:nvGrpSpPr>
        <p:grpSpPr>
          <a:xfrm>
            <a:off x="8086725" y="4737100"/>
            <a:ext cx="4076700" cy="2082800"/>
            <a:chOff x="8086725" y="4737100"/>
            <a:chExt cx="4076700" cy="2082800"/>
          </a:xfrm>
        </p:grpSpPr>
        <p:sp>
          <p:nvSpPr>
            <p:cNvPr id="1142" name="직사각형 1141">
              <a:extLst>
                <a:ext uri="{FF2B5EF4-FFF2-40B4-BE49-F238E27FC236}">
                  <a16:creationId xmlns:a16="http://schemas.microsoft.com/office/drawing/2014/main" id="{2158A1C2-D150-A386-F0B4-FFF60635CFDF}"/>
                </a:ext>
              </a:extLst>
            </p:cNvPr>
            <p:cNvSpPr/>
            <p:nvPr/>
          </p:nvSpPr>
          <p:spPr>
            <a:xfrm>
              <a:off x="8086725" y="4737100"/>
              <a:ext cx="4076700" cy="2082800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143" name="그림 1142">
              <a:extLst>
                <a:ext uri="{FF2B5EF4-FFF2-40B4-BE49-F238E27FC236}">
                  <a16:creationId xmlns:a16="http://schemas.microsoft.com/office/drawing/2014/main" id="{82017C4F-A059-1F33-BDC1-32688AAC9310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18"/>
                </a:ext>
              </a:extLst>
            </a:blip>
            <a:srcRect l="9786"/>
            <a:stretch>
              <a:fillRect/>
            </a:stretch>
          </p:blipFill>
          <p:spPr>
            <a:xfrm>
              <a:off x="8153399" y="4737100"/>
              <a:ext cx="4010025" cy="2082800"/>
            </a:xfrm>
            <a:prstGeom prst="rect">
              <a:avLst/>
            </a:prstGeom>
          </p:spPr>
        </p:pic>
        <p:sp>
          <p:nvSpPr>
            <p:cNvPr id="1144" name="자유형: 도형 1143">
              <a:extLst>
                <a:ext uri="{FF2B5EF4-FFF2-40B4-BE49-F238E27FC236}">
                  <a16:creationId xmlns:a16="http://schemas.microsoft.com/office/drawing/2014/main" id="{297BB174-0C27-86BD-820F-CB801AEE2541}"/>
                </a:ext>
              </a:extLst>
            </p:cNvPr>
            <p:cNvSpPr/>
            <p:nvPr/>
          </p:nvSpPr>
          <p:spPr>
            <a:xfrm>
              <a:off x="8132885" y="4765431"/>
              <a:ext cx="1758461" cy="1943100"/>
            </a:xfrm>
            <a:custGeom>
              <a:avLst/>
              <a:gdLst>
                <a:gd name="csX0" fmla="*/ 1723292 w 1758461"/>
                <a:gd name="csY0" fmla="*/ 0 h 1943100"/>
                <a:gd name="csX1" fmla="*/ 1758461 w 1758461"/>
                <a:gd name="csY1" fmla="*/ 1257300 h 1943100"/>
                <a:gd name="csX2" fmla="*/ 1134207 w 1758461"/>
                <a:gd name="csY2" fmla="*/ 1283677 h 1943100"/>
                <a:gd name="csX3" fmla="*/ 1055077 w 1758461"/>
                <a:gd name="csY3" fmla="*/ 1943100 h 1943100"/>
                <a:gd name="csX4" fmla="*/ 782515 w 1758461"/>
                <a:gd name="csY4" fmla="*/ 1943100 h 1943100"/>
                <a:gd name="csX5" fmla="*/ 465992 w 1758461"/>
                <a:gd name="csY5" fmla="*/ 1494692 h 1943100"/>
                <a:gd name="csX6" fmla="*/ 114300 w 1758461"/>
                <a:gd name="csY6" fmla="*/ 1441938 h 1943100"/>
                <a:gd name="csX7" fmla="*/ 8792 w 1758461"/>
                <a:gd name="csY7" fmla="*/ 1327638 h 1943100"/>
                <a:gd name="csX8" fmla="*/ 0 w 1758461"/>
                <a:gd name="csY8" fmla="*/ 290146 h 1943100"/>
                <a:gd name="csX9" fmla="*/ 193430 w 1758461"/>
                <a:gd name="csY9" fmla="*/ 272561 h 1943100"/>
                <a:gd name="csX10" fmla="*/ 782515 w 1758461"/>
                <a:gd name="csY10" fmla="*/ 237392 h 1943100"/>
                <a:gd name="csX11" fmla="*/ 808892 w 1758461"/>
                <a:gd name="csY11" fmla="*/ 17584 h 1943100"/>
                <a:gd name="csX12" fmla="*/ 1723292 w 1758461"/>
                <a:gd name="csY12" fmla="*/ 0 h 19431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1758461" h="1943100">
                  <a:moveTo>
                    <a:pt x="1723292" y="0"/>
                  </a:moveTo>
                  <a:lnTo>
                    <a:pt x="1758461" y="1257300"/>
                  </a:lnTo>
                  <a:lnTo>
                    <a:pt x="1134207" y="1283677"/>
                  </a:lnTo>
                  <a:lnTo>
                    <a:pt x="1055077" y="1943100"/>
                  </a:lnTo>
                  <a:lnTo>
                    <a:pt x="782515" y="1943100"/>
                  </a:lnTo>
                  <a:lnTo>
                    <a:pt x="465992" y="1494692"/>
                  </a:lnTo>
                  <a:lnTo>
                    <a:pt x="114300" y="1441938"/>
                  </a:lnTo>
                  <a:lnTo>
                    <a:pt x="8792" y="1327638"/>
                  </a:lnTo>
                  <a:cubicBezTo>
                    <a:pt x="5861" y="981807"/>
                    <a:pt x="2931" y="635977"/>
                    <a:pt x="0" y="290146"/>
                  </a:cubicBezTo>
                  <a:lnTo>
                    <a:pt x="193430" y="272561"/>
                  </a:lnTo>
                  <a:lnTo>
                    <a:pt x="782515" y="237392"/>
                  </a:lnTo>
                  <a:lnTo>
                    <a:pt x="808892" y="17584"/>
                  </a:lnTo>
                  <a:lnTo>
                    <a:pt x="1723292" y="0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45" name="TextBox 1144">
              <a:extLst>
                <a:ext uri="{FF2B5EF4-FFF2-40B4-BE49-F238E27FC236}">
                  <a16:creationId xmlns:a16="http://schemas.microsoft.com/office/drawing/2014/main" id="{712F851C-439F-6559-925F-CDA424F09B09}"/>
                </a:ext>
              </a:extLst>
            </p:cNvPr>
            <p:cNvSpPr txBox="1"/>
            <p:nvPr/>
          </p:nvSpPr>
          <p:spPr>
            <a:xfrm>
              <a:off x="8211648" y="4807059"/>
              <a:ext cx="1946763" cy="1169551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r>
                <a:rPr lang="ko-KR" altLang="en-US" sz="1400">
                  <a:latin typeface="+mj-lt"/>
                  <a:ea typeface="나눔고딕" panose="020D0604000000000000" pitchFamily="50" charset="-127"/>
                </a:rPr>
                <a:t>심플하게 지도만 보여주고</a:t>
              </a:r>
              <a:r>
                <a:rPr lang="en-US" altLang="ko-KR" sz="1400">
                  <a:latin typeface="+mj-lt"/>
                  <a:ea typeface="나눔고딕" panose="020D0604000000000000" pitchFamily="50" charset="-127"/>
                </a:rPr>
                <a:t>, </a:t>
              </a:r>
              <a:r>
                <a:rPr lang="ko-KR" altLang="en-US" sz="1400">
                  <a:latin typeface="+mj-lt"/>
                  <a:ea typeface="나눔고딕" panose="020D0604000000000000" pitchFamily="50" charset="-127"/>
                </a:rPr>
                <a:t>지도 상에서 고속도로 정보는 제외</a:t>
              </a:r>
              <a:r>
                <a:rPr lang="en-US" altLang="ko-KR" sz="1400">
                  <a:latin typeface="+mj-lt"/>
                  <a:ea typeface="나눔고딕" panose="020D0604000000000000" pitchFamily="50" charset="-127"/>
                </a:rPr>
                <a:t>. </a:t>
              </a:r>
              <a:r>
                <a:rPr lang="ko-KR" altLang="en-US" sz="1400">
                  <a:latin typeface="+mj-lt"/>
                  <a:ea typeface="나눔고딕" panose="020D0604000000000000" pitchFamily="50" charset="-127"/>
                </a:rPr>
                <a:t>국도와 지방도</a:t>
              </a:r>
              <a:r>
                <a:rPr lang="en-US" altLang="ko-KR" sz="1400">
                  <a:latin typeface="+mj-lt"/>
                  <a:ea typeface="나눔고딕" panose="020D0604000000000000" pitchFamily="50" charset="-127"/>
                </a:rPr>
                <a:t>, </a:t>
              </a:r>
              <a:r>
                <a:rPr lang="ko-KR" altLang="en-US" sz="1400">
                  <a:latin typeface="+mj-lt"/>
                  <a:ea typeface="나눔고딕" panose="020D0604000000000000" pitchFamily="50" charset="-127"/>
                </a:rPr>
                <a:t>추천 코스만 보여주도록 하자</a:t>
              </a:r>
              <a:r>
                <a:rPr lang="en-US" altLang="ko-KR" sz="1400">
                  <a:latin typeface="+mj-lt"/>
                  <a:ea typeface="나눔고딕" panose="020D0604000000000000" pitchFamily="50" charset="-127"/>
                </a:rPr>
                <a:t>.</a:t>
              </a:r>
            </a:p>
          </p:txBody>
        </p:sp>
      </p:grpSp>
      <p:sp>
        <p:nvSpPr>
          <p:cNvPr id="1146" name="타원 1145">
            <a:extLst>
              <a:ext uri="{FF2B5EF4-FFF2-40B4-BE49-F238E27FC236}">
                <a16:creationId xmlns:a16="http://schemas.microsoft.com/office/drawing/2014/main" id="{A86319CA-A9C9-0C8E-C8EA-43003BEE8D79}"/>
              </a:ext>
            </a:extLst>
          </p:cNvPr>
          <p:cNvSpPr/>
          <p:nvPr/>
        </p:nvSpPr>
        <p:spPr>
          <a:xfrm>
            <a:off x="1638299" y="1904999"/>
            <a:ext cx="72000" cy="720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47" name="타원 1146">
            <a:extLst>
              <a:ext uri="{FF2B5EF4-FFF2-40B4-BE49-F238E27FC236}">
                <a16:creationId xmlns:a16="http://schemas.microsoft.com/office/drawing/2014/main" id="{12B4705A-8F89-B8B7-1CC0-F2E032F771DA}"/>
              </a:ext>
            </a:extLst>
          </p:cNvPr>
          <p:cNvSpPr/>
          <p:nvPr/>
        </p:nvSpPr>
        <p:spPr>
          <a:xfrm>
            <a:off x="1377795" y="1623244"/>
            <a:ext cx="72000" cy="720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48" name="타원 1147">
            <a:extLst>
              <a:ext uri="{FF2B5EF4-FFF2-40B4-BE49-F238E27FC236}">
                <a16:creationId xmlns:a16="http://schemas.microsoft.com/office/drawing/2014/main" id="{05522D62-4F1F-81BE-90BC-23455C8B8F79}"/>
              </a:ext>
            </a:extLst>
          </p:cNvPr>
          <p:cNvSpPr/>
          <p:nvPr/>
        </p:nvSpPr>
        <p:spPr>
          <a:xfrm>
            <a:off x="1234920" y="1382627"/>
            <a:ext cx="72000" cy="720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49" name="타원 1148">
            <a:extLst>
              <a:ext uri="{FF2B5EF4-FFF2-40B4-BE49-F238E27FC236}">
                <a16:creationId xmlns:a16="http://schemas.microsoft.com/office/drawing/2014/main" id="{CF288D06-53F1-BE6B-093E-961E272B24AE}"/>
              </a:ext>
            </a:extLst>
          </p:cNvPr>
          <p:cNvSpPr/>
          <p:nvPr/>
        </p:nvSpPr>
        <p:spPr>
          <a:xfrm>
            <a:off x="806929" y="3146951"/>
            <a:ext cx="72000" cy="720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51" name="타원 1150">
            <a:extLst>
              <a:ext uri="{FF2B5EF4-FFF2-40B4-BE49-F238E27FC236}">
                <a16:creationId xmlns:a16="http://schemas.microsoft.com/office/drawing/2014/main" id="{078584E5-7783-81FD-93BC-05CABD843EDD}"/>
              </a:ext>
            </a:extLst>
          </p:cNvPr>
          <p:cNvSpPr/>
          <p:nvPr/>
        </p:nvSpPr>
        <p:spPr>
          <a:xfrm>
            <a:off x="2845515" y="2210447"/>
            <a:ext cx="72000" cy="720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52" name="타원 1151">
            <a:extLst>
              <a:ext uri="{FF2B5EF4-FFF2-40B4-BE49-F238E27FC236}">
                <a16:creationId xmlns:a16="http://schemas.microsoft.com/office/drawing/2014/main" id="{8613E565-ADB5-BC53-9D1F-6EDE9A7D4529}"/>
              </a:ext>
            </a:extLst>
          </p:cNvPr>
          <p:cNvSpPr/>
          <p:nvPr/>
        </p:nvSpPr>
        <p:spPr>
          <a:xfrm>
            <a:off x="2648484" y="2270573"/>
            <a:ext cx="72000" cy="720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53" name="타원 1152">
            <a:extLst>
              <a:ext uri="{FF2B5EF4-FFF2-40B4-BE49-F238E27FC236}">
                <a16:creationId xmlns:a16="http://schemas.microsoft.com/office/drawing/2014/main" id="{580D7C4F-0153-CF59-70AF-7BBB848C7979}"/>
              </a:ext>
            </a:extLst>
          </p:cNvPr>
          <p:cNvSpPr/>
          <p:nvPr/>
        </p:nvSpPr>
        <p:spPr>
          <a:xfrm>
            <a:off x="2410078" y="2316292"/>
            <a:ext cx="72000" cy="720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54" name="타원 1153">
            <a:extLst>
              <a:ext uri="{FF2B5EF4-FFF2-40B4-BE49-F238E27FC236}">
                <a16:creationId xmlns:a16="http://schemas.microsoft.com/office/drawing/2014/main" id="{7119CCB2-ECDB-FDC4-4104-AC543C3FCD22}"/>
              </a:ext>
            </a:extLst>
          </p:cNvPr>
          <p:cNvSpPr/>
          <p:nvPr/>
        </p:nvSpPr>
        <p:spPr>
          <a:xfrm>
            <a:off x="2415150" y="2194089"/>
            <a:ext cx="72000" cy="720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55" name="타원 1154">
            <a:extLst>
              <a:ext uri="{FF2B5EF4-FFF2-40B4-BE49-F238E27FC236}">
                <a16:creationId xmlns:a16="http://schemas.microsoft.com/office/drawing/2014/main" id="{F8536FAB-642C-01C6-182D-DE9A2583894D}"/>
              </a:ext>
            </a:extLst>
          </p:cNvPr>
          <p:cNvSpPr/>
          <p:nvPr/>
        </p:nvSpPr>
        <p:spPr>
          <a:xfrm>
            <a:off x="2353151" y="3275656"/>
            <a:ext cx="72000" cy="720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56" name="타원 1155">
            <a:extLst>
              <a:ext uri="{FF2B5EF4-FFF2-40B4-BE49-F238E27FC236}">
                <a16:creationId xmlns:a16="http://schemas.microsoft.com/office/drawing/2014/main" id="{EA95B50A-3A4D-C032-9F04-C1CBB1A8CD5F}"/>
              </a:ext>
            </a:extLst>
          </p:cNvPr>
          <p:cNvSpPr/>
          <p:nvPr/>
        </p:nvSpPr>
        <p:spPr>
          <a:xfrm>
            <a:off x="1922786" y="3259298"/>
            <a:ext cx="72000" cy="720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62638725-BC9A-7A6B-8358-D81E0E30A599}"/>
              </a:ext>
            </a:extLst>
          </p:cNvPr>
          <p:cNvSpPr/>
          <p:nvPr/>
        </p:nvSpPr>
        <p:spPr>
          <a:xfrm>
            <a:off x="2264654" y="5634157"/>
            <a:ext cx="72000" cy="720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D17443C0-4776-A6F1-F07E-B500F6FF9EC8}"/>
              </a:ext>
            </a:extLst>
          </p:cNvPr>
          <p:cNvSpPr/>
          <p:nvPr/>
        </p:nvSpPr>
        <p:spPr>
          <a:xfrm>
            <a:off x="2809515" y="5598157"/>
            <a:ext cx="72000" cy="720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설명선: 굽은 이중선(강조선) 6">
            <a:extLst>
              <a:ext uri="{FF2B5EF4-FFF2-40B4-BE49-F238E27FC236}">
                <a16:creationId xmlns:a16="http://schemas.microsoft.com/office/drawing/2014/main" id="{BAA62EC1-28BE-0578-9CD7-C0C74E3BAC7C}"/>
              </a:ext>
            </a:extLst>
          </p:cNvPr>
          <p:cNvSpPr/>
          <p:nvPr/>
        </p:nvSpPr>
        <p:spPr>
          <a:xfrm rot="16200000">
            <a:off x="2085593" y="695759"/>
            <a:ext cx="206146" cy="205375"/>
          </a:xfrm>
          <a:prstGeom prst="accentCallout3">
            <a:avLst>
              <a:gd name="adj1" fmla="val 70528"/>
              <a:gd name="adj2" fmla="val -7081"/>
              <a:gd name="adj3" fmla="val 101948"/>
              <a:gd name="adj4" fmla="val -129985"/>
              <a:gd name="adj5" fmla="val 2071944"/>
              <a:gd name="adj6" fmla="val -158750"/>
              <a:gd name="adj7" fmla="val 2145923"/>
              <a:gd name="adj8" fmla="val -423099"/>
            </a:avLst>
          </a:prstGeom>
          <a:noFill/>
          <a:ln>
            <a:headEnd type="none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설명선: 굽은 이중선(강조선) 7">
            <a:extLst>
              <a:ext uri="{FF2B5EF4-FFF2-40B4-BE49-F238E27FC236}">
                <a16:creationId xmlns:a16="http://schemas.microsoft.com/office/drawing/2014/main" id="{EA5FC210-0778-9A7B-6EB2-833B8F274825}"/>
              </a:ext>
            </a:extLst>
          </p:cNvPr>
          <p:cNvSpPr/>
          <p:nvPr/>
        </p:nvSpPr>
        <p:spPr>
          <a:xfrm rot="16200000">
            <a:off x="2433938" y="695760"/>
            <a:ext cx="206146" cy="205374"/>
          </a:xfrm>
          <a:prstGeom prst="accentCallout3">
            <a:avLst>
              <a:gd name="adj1" fmla="val 70528"/>
              <a:gd name="adj2" fmla="val -7081"/>
              <a:gd name="adj3" fmla="val 99628"/>
              <a:gd name="adj4" fmla="val -102261"/>
              <a:gd name="adj5" fmla="val 2742894"/>
              <a:gd name="adj6" fmla="val -139021"/>
              <a:gd name="adj7" fmla="val 2844640"/>
              <a:gd name="adj8" fmla="val -421320"/>
            </a:avLst>
          </a:prstGeom>
          <a:noFill/>
          <a:ln>
            <a:headEnd type="none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설명선: 굽은 이중선(강조선) 16">
            <a:extLst>
              <a:ext uri="{FF2B5EF4-FFF2-40B4-BE49-F238E27FC236}">
                <a16:creationId xmlns:a16="http://schemas.microsoft.com/office/drawing/2014/main" id="{88A9EFEA-1C3D-DD75-7E44-B0B2B47AC3A7}"/>
              </a:ext>
            </a:extLst>
          </p:cNvPr>
          <p:cNvSpPr/>
          <p:nvPr/>
        </p:nvSpPr>
        <p:spPr>
          <a:xfrm rot="16200000">
            <a:off x="2699147" y="695760"/>
            <a:ext cx="206146" cy="205374"/>
          </a:xfrm>
          <a:prstGeom prst="accentCallout3">
            <a:avLst>
              <a:gd name="adj1" fmla="val 70528"/>
              <a:gd name="adj2" fmla="val -7081"/>
              <a:gd name="adj3" fmla="val 104267"/>
              <a:gd name="adj4" fmla="val -67607"/>
              <a:gd name="adj5" fmla="val 3471101"/>
              <a:gd name="adj6" fmla="val -119413"/>
              <a:gd name="adj7" fmla="val 3610248"/>
              <a:gd name="adj8" fmla="val -436484"/>
            </a:avLst>
          </a:prstGeom>
          <a:noFill/>
          <a:ln>
            <a:headEnd type="none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설명선: 굽은 이중선(강조선) 17">
            <a:extLst>
              <a:ext uri="{FF2B5EF4-FFF2-40B4-BE49-F238E27FC236}">
                <a16:creationId xmlns:a16="http://schemas.microsoft.com/office/drawing/2014/main" id="{B617105C-0560-332C-4D5C-C2154385D61C}"/>
              </a:ext>
            </a:extLst>
          </p:cNvPr>
          <p:cNvSpPr/>
          <p:nvPr/>
        </p:nvSpPr>
        <p:spPr>
          <a:xfrm rot="16200000">
            <a:off x="2966310" y="695760"/>
            <a:ext cx="206146" cy="205374"/>
          </a:xfrm>
          <a:prstGeom prst="accentCallout3">
            <a:avLst>
              <a:gd name="adj1" fmla="val 70528"/>
              <a:gd name="adj2" fmla="val -7081"/>
              <a:gd name="adj3" fmla="val 97310"/>
              <a:gd name="adj4" fmla="val -44505"/>
              <a:gd name="adj5" fmla="val 3744498"/>
              <a:gd name="adj6" fmla="val -74275"/>
              <a:gd name="adj7" fmla="val 3885190"/>
              <a:gd name="adj8" fmla="val -416108"/>
            </a:avLst>
          </a:prstGeom>
          <a:noFill/>
          <a:ln>
            <a:headEnd type="none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04BFF447-030B-9E45-DA60-CA338CD9F070}"/>
              </a:ext>
            </a:extLst>
          </p:cNvPr>
          <p:cNvSpPr/>
          <p:nvPr/>
        </p:nvSpPr>
        <p:spPr>
          <a:xfrm>
            <a:off x="3102174" y="1926236"/>
            <a:ext cx="185339" cy="2055328"/>
          </a:xfrm>
          <a:prstGeom prst="rect">
            <a:avLst/>
          </a:prstGeom>
          <a:pattFill prst="dkHorz">
            <a:fgClr>
              <a:srgbClr val="FFFFFF"/>
            </a:fgClr>
            <a:bgClr>
              <a:schemeClr val="accent2"/>
            </a:bgClr>
          </a:pattFill>
          <a:ln>
            <a:solidFill>
              <a:schemeClr val="bg1"/>
            </a:solidFill>
          </a:ln>
          <a:effectLst>
            <a:softEdge rad="31750"/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99707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229882-1E35-882C-EE10-381D512947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제목 1">
            <a:extLst>
              <a:ext uri="{FF2B5EF4-FFF2-40B4-BE49-F238E27FC236}">
                <a16:creationId xmlns:a16="http://schemas.microsoft.com/office/drawing/2014/main" id="{BDC45D58-994F-303B-0CD1-FDA46B7EC966}"/>
              </a:ext>
            </a:extLst>
          </p:cNvPr>
          <p:cNvSpPr txBox="1">
            <a:spLocks/>
          </p:cNvSpPr>
          <p:nvPr/>
        </p:nvSpPr>
        <p:spPr>
          <a:xfrm>
            <a:off x="3759198" y="41275"/>
            <a:ext cx="7594601" cy="7778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200"/>
              <a:t>메인 </a:t>
            </a:r>
            <a:r>
              <a:rPr lang="en-US" altLang="ko-KR" sz="3200"/>
              <a:t>(</a:t>
            </a:r>
            <a:r>
              <a:rPr lang="ko-KR" altLang="en-US" sz="3200"/>
              <a:t>사용자가 화면을 터치한 경우</a:t>
            </a:r>
            <a:r>
              <a:rPr lang="en-US" altLang="ko-KR" sz="3200"/>
              <a:t>)</a:t>
            </a:r>
            <a:endParaRPr lang="ko-KR" altLang="en-US" sz="3200"/>
          </a:p>
        </p:txBody>
      </p:sp>
      <p:sp>
        <p:nvSpPr>
          <p:cNvPr id="1085" name="TextBox 1084">
            <a:extLst>
              <a:ext uri="{FF2B5EF4-FFF2-40B4-BE49-F238E27FC236}">
                <a16:creationId xmlns:a16="http://schemas.microsoft.com/office/drawing/2014/main" id="{5B9F72ED-26A4-5FB8-971B-29980E9BB1E2}"/>
              </a:ext>
            </a:extLst>
          </p:cNvPr>
          <p:cNvSpPr txBox="1"/>
          <p:nvPr/>
        </p:nvSpPr>
        <p:spPr>
          <a:xfrm>
            <a:off x="3804653" y="829238"/>
            <a:ext cx="8358771" cy="55735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/>
              <a:t>최상단 좌측 </a:t>
            </a:r>
            <a:r>
              <a:rPr lang="en-US" altLang="ko-KR" sz="1200"/>
              <a:t>: </a:t>
            </a:r>
            <a:r>
              <a:rPr lang="ko-KR" altLang="en-US" sz="1200"/>
              <a:t>로고</a:t>
            </a:r>
            <a:endParaRPr lang="en-US" altLang="ko-KR" sz="120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/>
              <a:t>최상단 우측 </a:t>
            </a:r>
            <a:r>
              <a:rPr lang="en-US" altLang="ko-KR" sz="1200"/>
              <a:t>: </a:t>
            </a:r>
            <a:r>
              <a:rPr lang="ko-KR" altLang="en-US" sz="1200"/>
              <a:t>추천코스 등록 </a:t>
            </a:r>
            <a:r>
              <a:rPr lang="en-US" altLang="ko-KR" sz="1200"/>
              <a:t>/ </a:t>
            </a:r>
            <a:r>
              <a:rPr lang="ko-KR" altLang="en-US" sz="1200"/>
              <a:t>라이딩 기록 </a:t>
            </a:r>
            <a:r>
              <a:rPr lang="en-US" altLang="ko-KR" sz="1200"/>
              <a:t>/ </a:t>
            </a:r>
            <a:r>
              <a:rPr lang="ko-KR" altLang="en-US" sz="1200"/>
              <a:t>저장한 코스 표시 </a:t>
            </a:r>
            <a:r>
              <a:rPr lang="en-US" altLang="ko-KR" sz="1200"/>
              <a:t>/ </a:t>
            </a:r>
            <a:r>
              <a:rPr lang="ko-KR" altLang="en-US" sz="1200"/>
              <a:t>설정</a:t>
            </a:r>
            <a:endParaRPr lang="en-US" altLang="ko-KR" sz="120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/>
              <a:t>화면의</a:t>
            </a:r>
            <a:r>
              <a:rPr lang="en-US" altLang="ko-KR" sz="1200"/>
              <a:t> </a:t>
            </a:r>
            <a:r>
              <a:rPr lang="ko-KR" altLang="en-US" sz="1200"/>
              <a:t>한</a:t>
            </a:r>
            <a:r>
              <a:rPr lang="en-US" altLang="ko-KR" sz="1200"/>
              <a:t> </a:t>
            </a:r>
            <a:r>
              <a:rPr lang="ko-KR" altLang="en-US" sz="1200"/>
              <a:t>점을</a:t>
            </a:r>
            <a:r>
              <a:rPr lang="en-US" altLang="ko-KR" sz="1200"/>
              <a:t> </a:t>
            </a:r>
            <a:r>
              <a:rPr lang="ko-KR" altLang="en-US" sz="1200"/>
              <a:t>터치하여</a:t>
            </a:r>
            <a:r>
              <a:rPr lang="en-US" altLang="ko-KR" sz="1200"/>
              <a:t> </a:t>
            </a:r>
            <a:r>
              <a:rPr lang="ko-KR" altLang="en-US" sz="1200"/>
              <a:t>장소를 고를 경우</a:t>
            </a:r>
            <a:r>
              <a:rPr lang="en-US" altLang="ko-KR" sz="1200"/>
              <a:t>, </a:t>
            </a:r>
            <a:br>
              <a:rPr lang="en-US" altLang="ko-KR" sz="1200"/>
            </a:br>
            <a:r>
              <a:rPr lang="en-US" altLang="ko-KR" sz="1100"/>
              <a:t>- </a:t>
            </a:r>
            <a:r>
              <a:rPr lang="ko-KR" altLang="en-US" sz="1100"/>
              <a:t>해당 위치에 빨간색 포인터를 위치시키며</a:t>
            </a:r>
            <a:br>
              <a:rPr lang="en-US" altLang="ko-KR" sz="1100"/>
            </a:br>
            <a:r>
              <a:rPr lang="en-US" altLang="ko-KR" sz="1100"/>
              <a:t>- </a:t>
            </a:r>
            <a:r>
              <a:rPr lang="ko-KR" altLang="en-US" sz="1100"/>
              <a:t>내 위치를 중심으로 하여 빨간색 포인터까지 반투명한 원으로 거리를 표시하고 </a:t>
            </a:r>
            <a:r>
              <a:rPr lang="en-US" altLang="ko-KR" sz="1100"/>
              <a:t>km</a:t>
            </a:r>
            <a:r>
              <a:rPr lang="ko-KR" altLang="en-US" sz="1100"/>
              <a:t>단위로 표시</a:t>
            </a:r>
            <a:br>
              <a:rPr lang="en-US" altLang="ko-KR" sz="1100"/>
            </a:br>
            <a:r>
              <a:rPr lang="en-US" altLang="ko-KR" sz="1100"/>
              <a:t>- </a:t>
            </a:r>
            <a:r>
              <a:rPr lang="ko-KR" altLang="en-US" sz="1100"/>
              <a:t>사용자가 다른 곳을 터치하면 해당 위치로 빨간색 포인터를 재설정</a:t>
            </a:r>
            <a:br>
              <a:rPr lang="en-US" altLang="ko-KR" sz="1100"/>
            </a:br>
            <a:r>
              <a:rPr lang="en-US" altLang="ko-KR" sz="1100"/>
              <a:t>- </a:t>
            </a:r>
            <a:r>
              <a:rPr lang="ko-KR" altLang="en-US" sz="1100"/>
              <a:t>사용자가 핀치 줌을 할 경우 빨간색 포인터는 고정된 상태로 핀치 줌만 실행</a:t>
            </a:r>
            <a:endParaRPr lang="en-US" altLang="ko-KR" sz="120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/>
              <a:t>화면 좌</a:t>
            </a:r>
            <a:r>
              <a:rPr lang="en-US" altLang="ko-KR" sz="1200"/>
              <a:t>/</a:t>
            </a:r>
            <a:r>
              <a:rPr lang="ko-KR" altLang="en-US" sz="1200"/>
              <a:t>우로 가장 멀리 있는 점이 둘 다 화면에 표시되되</a:t>
            </a:r>
            <a:r>
              <a:rPr lang="en-US" altLang="ko-KR" sz="1200"/>
              <a:t>, </a:t>
            </a:r>
            <a:r>
              <a:rPr lang="ko-KR" altLang="en-US" sz="1200"/>
              <a:t>화면의 좌우 끝에서 각 </a:t>
            </a:r>
            <a:r>
              <a:rPr lang="en-US" altLang="ko-KR" sz="1200"/>
              <a:t>10%</a:t>
            </a:r>
            <a:r>
              <a:rPr lang="ko-KR" altLang="en-US" sz="1200"/>
              <a:t>의 마진을 두는 비율로 확대한다</a:t>
            </a:r>
            <a:r>
              <a:rPr lang="en-US" altLang="ko-KR" sz="1200"/>
              <a:t>.</a:t>
            </a:r>
          </a:p>
          <a:p>
            <a:pPr marL="285750" marR="0" lvl="0" indent="-28575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200"/>
              <a:t>여기서 화면을 길게 누르면 노란색 경유지 포인터와 </a:t>
            </a:r>
            <a:r>
              <a:rPr lang="en-US" altLang="ko-KR" sz="1200"/>
              <a:t>“</a:t>
            </a:r>
            <a:r>
              <a:rPr lang="ko-KR" altLang="en-US" sz="1200"/>
              <a:t>경유지 추가</a:t>
            </a:r>
            <a:r>
              <a:rPr lang="en-US" altLang="ko-KR" sz="1200"/>
              <a:t>” </a:t>
            </a:r>
            <a:r>
              <a:rPr lang="ko-KR" altLang="en-US" sz="1200"/>
              <a:t>플로팅 버튼이 출현한다</a:t>
            </a:r>
            <a:r>
              <a:rPr lang="en-US" altLang="ko-KR" sz="1200"/>
              <a:t>.</a:t>
            </a:r>
            <a:br>
              <a:rPr lang="en-US" altLang="ko-KR" sz="1200"/>
            </a:b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- 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경유지 추가 플로팅 버튼을 누를 경우 해당 지점을 경유지로 등록한다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  <a:b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</a:b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- 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플로팅 버튼 이외의 부분을 터치하면 경유지 포인터가 사라지며 길게 누르기 전 단계로 복귀한다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  <a:b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</a:b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- 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경유지가 목적지보다 직선거리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원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)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에서 더 먼 경우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경유지와 목적지는 그대로이지만 반투명한 원은 노란색 경유지 포인터까지로 확대되고 거리가 다시 계산된다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  <a:b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</a:b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- 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경유지는 최대 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10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개까지 생성할 수 있다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화면을 터치한 순간부터 아래의 코스 선택 버튼과 내비게이션 개시 버튼이 표시된다</a:t>
            </a:r>
            <a:r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 </a:t>
            </a:r>
            <a:br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</a:b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- 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코스 선택 버튼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: “</a:t>
            </a:r>
            <a:r>
              <a:rPr lang="ko-KR" altLang="en-US" sz="1100">
                <a:latin typeface="+mn-ea"/>
              </a:rPr>
              <a:t>시골길로 느긋하게</a:t>
            </a:r>
            <a:r>
              <a:rPr lang="en-US" altLang="ko-KR" sz="1100">
                <a:latin typeface="+mn-ea"/>
              </a:rPr>
              <a:t>”</a:t>
            </a:r>
            <a:r>
              <a:rPr lang="ko-KR" altLang="en-US" sz="1100">
                <a:latin typeface="+mn-ea"/>
              </a:rPr>
              <a:t> </a:t>
            </a:r>
            <a:r>
              <a:rPr lang="en-US" altLang="ko-KR" sz="1100">
                <a:latin typeface="+mn-ea"/>
              </a:rPr>
              <a:t>/ “</a:t>
            </a:r>
            <a:r>
              <a:rPr lang="ko-KR" altLang="en-US" sz="1100">
                <a:latin typeface="+mn-ea"/>
              </a:rPr>
              <a:t>지방도로 여유롭게</a:t>
            </a:r>
            <a:r>
              <a:rPr lang="en-US" altLang="ko-KR" sz="1100">
                <a:latin typeface="+mn-ea"/>
              </a:rPr>
              <a:t>”</a:t>
            </a:r>
            <a:r>
              <a:rPr lang="ko-KR" altLang="en-US" sz="1100">
                <a:latin typeface="+mn-ea"/>
              </a:rPr>
              <a:t> </a:t>
            </a:r>
            <a:r>
              <a:rPr lang="en-US" altLang="ko-KR" sz="1100">
                <a:latin typeface="+mn-ea"/>
              </a:rPr>
              <a:t>/ “</a:t>
            </a:r>
            <a:r>
              <a:rPr lang="ko-KR" altLang="en-US" sz="1100">
                <a:latin typeface="+mn-ea"/>
              </a:rPr>
              <a:t>국도로 빠르게</a:t>
            </a:r>
            <a:r>
              <a:rPr lang="en-US" altLang="ko-KR" sz="1100">
                <a:latin typeface="+mn-ea"/>
              </a:rPr>
              <a:t>”</a:t>
            </a:r>
            <a:r>
              <a:rPr lang="ko-KR" altLang="en-US" sz="1100">
                <a:latin typeface="+mn-ea"/>
              </a:rPr>
              <a:t> 로 경로탐색 옵션을 제시</a:t>
            </a:r>
            <a:r>
              <a:rPr lang="en-US" altLang="ko-KR" sz="1100">
                <a:latin typeface="+mn-ea"/>
              </a:rPr>
              <a:t>. </a:t>
            </a:r>
            <a:r>
              <a:rPr lang="ko-KR" altLang="en-US" sz="1100">
                <a:latin typeface="+mn-ea"/>
              </a:rPr>
              <a:t>여기에 맞추어 경로를 계산하고 주행거리와 주행시간을 표시한다</a:t>
            </a:r>
            <a:r>
              <a:rPr lang="en-US" altLang="ko-KR" sz="1100">
                <a:latin typeface="+mn-ea"/>
              </a:rPr>
              <a:t>.</a:t>
            </a:r>
            <a:b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</a:b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- </a:t>
            </a:r>
            <a:r>
              <a:rPr lang="ko-KR" altLang="en-US" sz="110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코스 선택 버튼을 터치하면 지도 위에서 파란색 직선 화살표를 지우고 실제 주행 경로를 표시한다</a:t>
            </a:r>
            <a:r>
              <a:rPr lang="en-US" altLang="ko-KR" sz="110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.</a:t>
            </a:r>
            <a:b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</a:b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- 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최하단의 내비게이션 개시 버튼을 드래그하여 내비게이션 모드로 변경한다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200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206A51EA-797D-1EA5-4CE9-66F7550D1C5C}"/>
              </a:ext>
            </a:extLst>
          </p:cNvPr>
          <p:cNvGrpSpPr/>
          <p:nvPr/>
        </p:nvGrpSpPr>
        <p:grpSpPr>
          <a:xfrm>
            <a:off x="159656" y="180862"/>
            <a:ext cx="3599543" cy="6496276"/>
            <a:chOff x="159656" y="180862"/>
            <a:chExt cx="3599543" cy="6496276"/>
          </a:xfrm>
        </p:grpSpPr>
        <p:pic>
          <p:nvPicPr>
            <p:cNvPr id="3" name="Picture 4" descr="삼성 갤럭시 A34(OMD-SM-A346N) | U+유모바일">
              <a:extLst>
                <a:ext uri="{FF2B5EF4-FFF2-40B4-BE49-F238E27FC236}">
                  <a16:creationId xmlns:a16="http://schemas.microsoft.com/office/drawing/2014/main" id="{2702F583-CB4A-93E0-A09C-EA360C98183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566" r="22025"/>
            <a:stretch>
              <a:fillRect/>
            </a:stretch>
          </p:blipFill>
          <p:spPr bwMode="auto">
            <a:xfrm>
              <a:off x="159656" y="180862"/>
              <a:ext cx="3599543" cy="649627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395946DC-10B5-7A8A-F7CA-80F9D3C322F0}"/>
                </a:ext>
              </a:extLst>
            </p:cNvPr>
            <p:cNvSpPr/>
            <p:nvPr/>
          </p:nvSpPr>
          <p:spPr>
            <a:xfrm>
              <a:off x="508000" y="333829"/>
              <a:ext cx="2859315" cy="6168571"/>
            </a:xfrm>
            <a:prstGeom prst="roundRect">
              <a:avLst>
                <a:gd name="adj" fmla="val 10068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8" name="그림 7">
            <a:extLst>
              <a:ext uri="{FF2B5EF4-FFF2-40B4-BE49-F238E27FC236}">
                <a16:creationId xmlns:a16="http://schemas.microsoft.com/office/drawing/2014/main" id="{3C265566-613A-D99F-84E5-F2A50FAD29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327" y="974524"/>
            <a:ext cx="2854657" cy="5381917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FEEB70E3-7DC4-50D2-0BF5-B3ACAF5BDA04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2928593" y="627464"/>
            <a:ext cx="283875" cy="283875"/>
          </a:xfrm>
          <a:prstGeom prst="rect">
            <a:avLst/>
          </a:prstGeom>
        </p:spPr>
      </p:pic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A25AF6A3-2014-E0F9-9653-574B3F65F07D}"/>
              </a:ext>
            </a:extLst>
          </p:cNvPr>
          <p:cNvSpPr/>
          <p:nvPr/>
        </p:nvSpPr>
        <p:spPr>
          <a:xfrm>
            <a:off x="580394" y="627464"/>
            <a:ext cx="885825" cy="277931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로고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0795C6D-D819-1FC6-076F-9D24381FFF92}"/>
              </a:ext>
            </a:extLst>
          </p:cNvPr>
          <p:cNvSpPr/>
          <p:nvPr/>
        </p:nvSpPr>
        <p:spPr>
          <a:xfrm>
            <a:off x="3180059" y="-747293"/>
            <a:ext cx="720000" cy="257629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/>
              <a:t>경기</a:t>
            </a:r>
            <a:r>
              <a:rPr lang="en-US" altLang="ko-KR" sz="800"/>
              <a:t>+2</a:t>
            </a:r>
            <a:endParaRPr lang="ko-KR" altLang="en-US" sz="100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99F7E424-5517-0EC7-D703-8EAD53F6DDD4}"/>
              </a:ext>
            </a:extLst>
          </p:cNvPr>
          <p:cNvSpPr/>
          <p:nvPr/>
        </p:nvSpPr>
        <p:spPr>
          <a:xfrm>
            <a:off x="3904140" y="-747293"/>
            <a:ext cx="720000" cy="257629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125cc</a:t>
            </a:r>
            <a:endParaRPr lang="ko-KR" altLang="en-US" sz="1000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6A11C3F4-3029-D232-1FA9-FB77D973FDA1}"/>
              </a:ext>
            </a:extLst>
          </p:cNvPr>
          <p:cNvSpPr/>
          <p:nvPr/>
        </p:nvSpPr>
        <p:spPr>
          <a:xfrm>
            <a:off x="4628221" y="-747293"/>
            <a:ext cx="720000" cy="257629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~50km</a:t>
            </a:r>
            <a:endParaRPr lang="ko-KR" altLang="en-US" sz="1000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5A060DFB-FE8C-7960-6DFD-52A3BF6FEA10}"/>
              </a:ext>
            </a:extLst>
          </p:cNvPr>
          <p:cNvSpPr/>
          <p:nvPr/>
        </p:nvSpPr>
        <p:spPr>
          <a:xfrm>
            <a:off x="5343822" y="-747293"/>
            <a:ext cx="695552" cy="25762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가까운순서</a:t>
            </a:r>
            <a:endParaRPr lang="ko-KR" altLang="en-US" sz="1000"/>
          </a:p>
        </p:txBody>
      </p:sp>
      <p:grpSp>
        <p:nvGrpSpPr>
          <p:cNvPr id="1067" name="그룹 1066">
            <a:extLst>
              <a:ext uri="{FF2B5EF4-FFF2-40B4-BE49-F238E27FC236}">
                <a16:creationId xmlns:a16="http://schemas.microsoft.com/office/drawing/2014/main" id="{967138C0-1AE5-5464-BFCD-D018F1F3F3BE}"/>
              </a:ext>
            </a:extLst>
          </p:cNvPr>
          <p:cNvGrpSpPr/>
          <p:nvPr/>
        </p:nvGrpSpPr>
        <p:grpSpPr>
          <a:xfrm>
            <a:off x="956767" y="3392024"/>
            <a:ext cx="153162" cy="153162"/>
            <a:chOff x="114966" y="1591275"/>
            <a:chExt cx="914400" cy="914400"/>
          </a:xfrm>
        </p:grpSpPr>
        <p:sp>
          <p:nvSpPr>
            <p:cNvPr id="1071" name="눈물 방울 1070">
              <a:extLst>
                <a:ext uri="{FF2B5EF4-FFF2-40B4-BE49-F238E27FC236}">
                  <a16:creationId xmlns:a16="http://schemas.microsoft.com/office/drawing/2014/main" id="{893F3898-7146-F80B-7642-F55BF93670F8}"/>
                </a:ext>
              </a:extLst>
            </p:cNvPr>
            <p:cNvSpPr/>
            <p:nvPr/>
          </p:nvSpPr>
          <p:spPr>
            <a:xfrm rot="8096280">
              <a:off x="114966" y="1591275"/>
              <a:ext cx="914400" cy="914400"/>
            </a:xfrm>
            <a:prstGeom prst="teardrop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72" name="타원 1071">
              <a:extLst>
                <a:ext uri="{FF2B5EF4-FFF2-40B4-BE49-F238E27FC236}">
                  <a16:creationId xmlns:a16="http://schemas.microsoft.com/office/drawing/2014/main" id="{15B5C308-B3E4-4F53-4591-E9CB9B8D4167}"/>
                </a:ext>
              </a:extLst>
            </p:cNvPr>
            <p:cNvSpPr/>
            <p:nvPr/>
          </p:nvSpPr>
          <p:spPr>
            <a:xfrm>
              <a:off x="372403" y="1848944"/>
              <a:ext cx="399060" cy="39906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086" name="그림 1085">
            <a:extLst>
              <a:ext uri="{FF2B5EF4-FFF2-40B4-BE49-F238E27FC236}">
                <a16:creationId xmlns:a16="http://schemas.microsoft.com/office/drawing/2014/main" id="{0D7B7360-A0AA-8405-9DF8-41A537E305B0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EFF5F6"/>
              </a:clrFrom>
              <a:clrTo>
                <a:srgbClr val="EFF5F6">
                  <a:alpha val="0"/>
                </a:srgbClr>
              </a:clrTo>
            </a:clrChange>
          </a:blip>
          <a:srcRect l="22293" t="14917" r="29841" b="39897"/>
          <a:stretch>
            <a:fillRect/>
          </a:stretch>
        </p:blipFill>
        <p:spPr>
          <a:xfrm>
            <a:off x="2385157" y="660632"/>
            <a:ext cx="233195" cy="243559"/>
          </a:xfrm>
          <a:prstGeom prst="rect">
            <a:avLst/>
          </a:prstGeom>
        </p:spPr>
      </p:pic>
      <p:pic>
        <p:nvPicPr>
          <p:cNvPr id="1087" name="그림 1086">
            <a:extLst>
              <a:ext uri="{FF2B5EF4-FFF2-40B4-BE49-F238E27FC236}">
                <a16:creationId xmlns:a16="http://schemas.microsoft.com/office/drawing/2014/main" id="{9955F7D5-6E84-0819-8D5D-1CD6FD88B920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EFF5F6"/>
              </a:clrFrom>
              <a:clrTo>
                <a:srgbClr val="EFF5F6">
                  <a:alpha val="0"/>
                </a:srgbClr>
              </a:clrTo>
            </a:clrChange>
          </a:blip>
          <a:srcRect l="31809" t="8837" r="27051" b="46874"/>
          <a:stretch>
            <a:fillRect/>
          </a:stretch>
        </p:blipFill>
        <p:spPr>
          <a:xfrm>
            <a:off x="2678187" y="672911"/>
            <a:ext cx="199862" cy="228609"/>
          </a:xfrm>
          <a:prstGeom prst="rect">
            <a:avLst/>
          </a:prstGeom>
        </p:spPr>
      </p:pic>
      <p:pic>
        <p:nvPicPr>
          <p:cNvPr id="1088" name="그림 1087">
            <a:extLst>
              <a:ext uri="{FF2B5EF4-FFF2-40B4-BE49-F238E27FC236}">
                <a16:creationId xmlns:a16="http://schemas.microsoft.com/office/drawing/2014/main" id="{0C673EAD-6752-2D80-7229-E07570A1AD8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35458" y="667343"/>
            <a:ext cx="323895" cy="266737"/>
          </a:xfrm>
          <a:prstGeom prst="rect">
            <a:avLst/>
          </a:prstGeom>
        </p:spPr>
      </p:pic>
      <p:sp>
        <p:nvSpPr>
          <p:cNvPr id="1090" name="TextBox 1089">
            <a:extLst>
              <a:ext uri="{FF2B5EF4-FFF2-40B4-BE49-F238E27FC236}">
                <a16:creationId xmlns:a16="http://schemas.microsoft.com/office/drawing/2014/main" id="{253C7AF7-5707-226D-61D5-531E66A91AB6}"/>
              </a:ext>
            </a:extLst>
          </p:cNvPr>
          <p:cNvSpPr txBox="1"/>
          <p:nvPr/>
        </p:nvSpPr>
        <p:spPr>
          <a:xfrm>
            <a:off x="614280" y="330886"/>
            <a:ext cx="49564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/>
              <a:t>07:00</a:t>
            </a:r>
            <a:endParaRPr lang="ko-KR" altLang="en-US" sz="1000"/>
          </a:p>
        </p:txBody>
      </p:sp>
      <p:pic>
        <p:nvPicPr>
          <p:cNvPr id="1093" name="그래픽 1092" descr="Wi Fi">
            <a:extLst>
              <a:ext uri="{FF2B5EF4-FFF2-40B4-BE49-F238E27FC236}">
                <a16:creationId xmlns:a16="http://schemas.microsoft.com/office/drawing/2014/main" id="{0396CF16-7411-60E9-C25A-8CF0F24507D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267670" y="355600"/>
            <a:ext cx="205670" cy="205670"/>
          </a:xfrm>
          <a:prstGeom prst="rect">
            <a:avLst/>
          </a:prstGeom>
        </p:spPr>
      </p:pic>
      <p:pic>
        <p:nvPicPr>
          <p:cNvPr id="1096" name="그래픽 1095" descr="신호">
            <a:extLst>
              <a:ext uri="{FF2B5EF4-FFF2-40B4-BE49-F238E27FC236}">
                <a16:creationId xmlns:a16="http://schemas.microsoft.com/office/drawing/2014/main" id="{406D804B-709A-EC4D-01FF-A9DB4951E0C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691368" y="367232"/>
            <a:ext cx="173527" cy="173527"/>
          </a:xfrm>
          <a:prstGeom prst="rect">
            <a:avLst/>
          </a:prstGeom>
        </p:spPr>
      </p:pic>
      <p:sp>
        <p:nvSpPr>
          <p:cNvPr id="1098" name="사각형: 둥근 모서리 1097">
            <a:extLst>
              <a:ext uri="{FF2B5EF4-FFF2-40B4-BE49-F238E27FC236}">
                <a16:creationId xmlns:a16="http://schemas.microsoft.com/office/drawing/2014/main" id="{66303AA0-0DDE-25F2-A05B-E245FC71CA3E}"/>
              </a:ext>
            </a:extLst>
          </p:cNvPr>
          <p:cNvSpPr/>
          <p:nvPr/>
        </p:nvSpPr>
        <p:spPr>
          <a:xfrm>
            <a:off x="2875909" y="393331"/>
            <a:ext cx="326213" cy="121330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95</a:t>
            </a:r>
            <a:endParaRPr lang="ko-KR" altLang="en-US" sz="800"/>
          </a:p>
        </p:txBody>
      </p:sp>
      <p:sp>
        <p:nvSpPr>
          <p:cNvPr id="1100" name="TextBox 1099">
            <a:extLst>
              <a:ext uri="{FF2B5EF4-FFF2-40B4-BE49-F238E27FC236}">
                <a16:creationId xmlns:a16="http://schemas.microsoft.com/office/drawing/2014/main" id="{3CD5CCF4-9098-C75F-AB4E-E5617646FF35}"/>
              </a:ext>
            </a:extLst>
          </p:cNvPr>
          <p:cNvSpPr txBox="1"/>
          <p:nvPr/>
        </p:nvSpPr>
        <p:spPr>
          <a:xfrm>
            <a:off x="2376012" y="338526"/>
            <a:ext cx="40267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/>
              <a:t>υlte</a:t>
            </a:r>
            <a:endParaRPr lang="ko-KR" altLang="en-US" sz="1000"/>
          </a:p>
        </p:txBody>
      </p:sp>
      <p:pic>
        <p:nvPicPr>
          <p:cNvPr id="1102" name="그래픽 1101" descr="표식">
            <a:extLst>
              <a:ext uri="{FF2B5EF4-FFF2-40B4-BE49-F238E27FC236}">
                <a16:creationId xmlns:a16="http://schemas.microsoft.com/office/drawing/2014/main" id="{7ACFD9ED-BA8D-A5E0-30F1-43992D60256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157984" y="393331"/>
            <a:ext cx="146467" cy="146467"/>
          </a:xfrm>
          <a:prstGeom prst="rect">
            <a:avLst/>
          </a:prstGeom>
        </p:spPr>
      </p:pic>
      <p:pic>
        <p:nvPicPr>
          <p:cNvPr id="1104" name="그래픽 1103" descr="벨소리 음소거">
            <a:extLst>
              <a:ext uri="{FF2B5EF4-FFF2-40B4-BE49-F238E27FC236}">
                <a16:creationId xmlns:a16="http://schemas.microsoft.com/office/drawing/2014/main" id="{3E0A0112-A757-E801-120C-4B2C0F3B36E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030579" y="388402"/>
            <a:ext cx="146468" cy="146468"/>
          </a:xfrm>
          <a:prstGeom prst="rect">
            <a:avLst/>
          </a:prstGeom>
        </p:spPr>
      </p:pic>
      <p:pic>
        <p:nvPicPr>
          <p:cNvPr id="1106" name="그래픽 1105" descr="키">
            <a:extLst>
              <a:ext uri="{FF2B5EF4-FFF2-40B4-BE49-F238E27FC236}">
                <a16:creationId xmlns:a16="http://schemas.microsoft.com/office/drawing/2014/main" id="{91D80A46-4526-2246-AA1C-0F1EBA0AA4E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883441" y="396339"/>
            <a:ext cx="146467" cy="146467"/>
          </a:xfrm>
          <a:prstGeom prst="rect">
            <a:avLst/>
          </a:prstGeom>
        </p:spPr>
      </p:pic>
      <p:pic>
        <p:nvPicPr>
          <p:cNvPr id="1114" name="그림 1113">
            <a:extLst>
              <a:ext uri="{FF2B5EF4-FFF2-40B4-BE49-F238E27FC236}">
                <a16:creationId xmlns:a16="http://schemas.microsoft.com/office/drawing/2014/main" id="{95FA6A10-B188-6E51-B55B-2D46BA0CD8B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056205" y="4423302"/>
            <a:ext cx="251185" cy="25836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16" name="그림 1115">
            <a:extLst>
              <a:ext uri="{FF2B5EF4-FFF2-40B4-BE49-F238E27FC236}">
                <a16:creationId xmlns:a16="http://schemas.microsoft.com/office/drawing/2014/main" id="{C5D96E55-BB54-A709-FD9A-3EAE1FD6D8D5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056206" y="4736955"/>
            <a:ext cx="247705" cy="1330527"/>
          </a:xfrm>
          <a:prstGeom prst="rect">
            <a:avLst/>
          </a:prstGeom>
        </p:spPr>
      </p:pic>
      <p:sp>
        <p:nvSpPr>
          <p:cNvPr id="1120" name="직사각형 1119">
            <a:extLst>
              <a:ext uri="{FF2B5EF4-FFF2-40B4-BE49-F238E27FC236}">
                <a16:creationId xmlns:a16="http://schemas.microsoft.com/office/drawing/2014/main" id="{F9E0D72C-9178-C227-D777-712922A225DE}"/>
              </a:ext>
            </a:extLst>
          </p:cNvPr>
          <p:cNvSpPr/>
          <p:nvPr/>
        </p:nvSpPr>
        <p:spPr>
          <a:xfrm>
            <a:off x="3087307" y="1440659"/>
            <a:ext cx="216604" cy="2564451"/>
          </a:xfrm>
          <a:prstGeom prst="rect">
            <a:avLst/>
          </a:prstGeom>
          <a:solidFill>
            <a:srgbClr val="FFFFFF">
              <a:alpha val="69804"/>
            </a:srgbClr>
          </a:solidFill>
          <a:ln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18" name="그래픽 1117" descr="일">
            <a:extLst>
              <a:ext uri="{FF2B5EF4-FFF2-40B4-BE49-F238E27FC236}">
                <a16:creationId xmlns:a16="http://schemas.microsoft.com/office/drawing/2014/main" id="{94096A55-F612-A2B4-332B-3F5BE5DABB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068276" y="1446872"/>
            <a:ext cx="258362" cy="258362"/>
          </a:xfrm>
          <a:prstGeom prst="rect">
            <a:avLst/>
          </a:prstGeom>
        </p:spPr>
      </p:pic>
      <p:sp>
        <p:nvSpPr>
          <p:cNvPr id="1146" name="타원 1145">
            <a:extLst>
              <a:ext uri="{FF2B5EF4-FFF2-40B4-BE49-F238E27FC236}">
                <a16:creationId xmlns:a16="http://schemas.microsoft.com/office/drawing/2014/main" id="{231681EE-3190-1509-52A5-36F418553B1C}"/>
              </a:ext>
            </a:extLst>
          </p:cNvPr>
          <p:cNvSpPr/>
          <p:nvPr/>
        </p:nvSpPr>
        <p:spPr>
          <a:xfrm>
            <a:off x="1638299" y="1904999"/>
            <a:ext cx="72000" cy="720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47" name="타원 1146">
            <a:extLst>
              <a:ext uri="{FF2B5EF4-FFF2-40B4-BE49-F238E27FC236}">
                <a16:creationId xmlns:a16="http://schemas.microsoft.com/office/drawing/2014/main" id="{0F57ED91-38BD-D998-F3A3-91B3E8A34D12}"/>
              </a:ext>
            </a:extLst>
          </p:cNvPr>
          <p:cNvSpPr/>
          <p:nvPr/>
        </p:nvSpPr>
        <p:spPr>
          <a:xfrm>
            <a:off x="1377795" y="1623244"/>
            <a:ext cx="72000" cy="720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48" name="타원 1147">
            <a:extLst>
              <a:ext uri="{FF2B5EF4-FFF2-40B4-BE49-F238E27FC236}">
                <a16:creationId xmlns:a16="http://schemas.microsoft.com/office/drawing/2014/main" id="{C8C2417E-167A-B205-BE1D-5A3612871F54}"/>
              </a:ext>
            </a:extLst>
          </p:cNvPr>
          <p:cNvSpPr/>
          <p:nvPr/>
        </p:nvSpPr>
        <p:spPr>
          <a:xfrm>
            <a:off x="1234920" y="1382627"/>
            <a:ext cx="72000" cy="720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49" name="타원 1148">
            <a:extLst>
              <a:ext uri="{FF2B5EF4-FFF2-40B4-BE49-F238E27FC236}">
                <a16:creationId xmlns:a16="http://schemas.microsoft.com/office/drawing/2014/main" id="{3FF96EBE-D60C-EB5C-EBAC-1AB6C91D607F}"/>
              </a:ext>
            </a:extLst>
          </p:cNvPr>
          <p:cNvSpPr/>
          <p:nvPr/>
        </p:nvSpPr>
        <p:spPr>
          <a:xfrm>
            <a:off x="806929" y="3146951"/>
            <a:ext cx="72000" cy="720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50" name="타원 1149">
            <a:extLst>
              <a:ext uri="{FF2B5EF4-FFF2-40B4-BE49-F238E27FC236}">
                <a16:creationId xmlns:a16="http://schemas.microsoft.com/office/drawing/2014/main" id="{F3EDF2E4-2E64-85BB-DE5B-54E1BF84D1E0}"/>
              </a:ext>
            </a:extLst>
          </p:cNvPr>
          <p:cNvSpPr/>
          <p:nvPr/>
        </p:nvSpPr>
        <p:spPr>
          <a:xfrm>
            <a:off x="1362399" y="4191526"/>
            <a:ext cx="72000" cy="720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51" name="타원 1150">
            <a:extLst>
              <a:ext uri="{FF2B5EF4-FFF2-40B4-BE49-F238E27FC236}">
                <a16:creationId xmlns:a16="http://schemas.microsoft.com/office/drawing/2014/main" id="{EE346F9A-1580-EAA9-45CE-92BD48C28124}"/>
              </a:ext>
            </a:extLst>
          </p:cNvPr>
          <p:cNvSpPr/>
          <p:nvPr/>
        </p:nvSpPr>
        <p:spPr>
          <a:xfrm>
            <a:off x="2845515" y="2210447"/>
            <a:ext cx="72000" cy="720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52" name="타원 1151">
            <a:extLst>
              <a:ext uri="{FF2B5EF4-FFF2-40B4-BE49-F238E27FC236}">
                <a16:creationId xmlns:a16="http://schemas.microsoft.com/office/drawing/2014/main" id="{12A77448-039C-C2CB-03AC-B59A5927D45C}"/>
              </a:ext>
            </a:extLst>
          </p:cNvPr>
          <p:cNvSpPr/>
          <p:nvPr/>
        </p:nvSpPr>
        <p:spPr>
          <a:xfrm>
            <a:off x="2648484" y="2270573"/>
            <a:ext cx="72000" cy="720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53" name="타원 1152">
            <a:extLst>
              <a:ext uri="{FF2B5EF4-FFF2-40B4-BE49-F238E27FC236}">
                <a16:creationId xmlns:a16="http://schemas.microsoft.com/office/drawing/2014/main" id="{7C6365DD-AA2A-889C-E810-718A273A1A0E}"/>
              </a:ext>
            </a:extLst>
          </p:cNvPr>
          <p:cNvSpPr/>
          <p:nvPr/>
        </p:nvSpPr>
        <p:spPr>
          <a:xfrm>
            <a:off x="2410078" y="2316292"/>
            <a:ext cx="72000" cy="720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54" name="타원 1153">
            <a:extLst>
              <a:ext uri="{FF2B5EF4-FFF2-40B4-BE49-F238E27FC236}">
                <a16:creationId xmlns:a16="http://schemas.microsoft.com/office/drawing/2014/main" id="{F431EC60-198C-C56C-2E98-52702A072FCE}"/>
              </a:ext>
            </a:extLst>
          </p:cNvPr>
          <p:cNvSpPr/>
          <p:nvPr/>
        </p:nvSpPr>
        <p:spPr>
          <a:xfrm>
            <a:off x="2415150" y="2194089"/>
            <a:ext cx="72000" cy="720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55" name="타원 1154">
            <a:extLst>
              <a:ext uri="{FF2B5EF4-FFF2-40B4-BE49-F238E27FC236}">
                <a16:creationId xmlns:a16="http://schemas.microsoft.com/office/drawing/2014/main" id="{51612D6B-1B63-1D74-CE18-19A0A2FC694A}"/>
              </a:ext>
            </a:extLst>
          </p:cNvPr>
          <p:cNvSpPr/>
          <p:nvPr/>
        </p:nvSpPr>
        <p:spPr>
          <a:xfrm>
            <a:off x="2353151" y="3275656"/>
            <a:ext cx="72000" cy="720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56" name="타원 1155">
            <a:extLst>
              <a:ext uri="{FF2B5EF4-FFF2-40B4-BE49-F238E27FC236}">
                <a16:creationId xmlns:a16="http://schemas.microsoft.com/office/drawing/2014/main" id="{E16518D6-D8DB-8ED0-FBCD-3C21E8E0398D}"/>
              </a:ext>
            </a:extLst>
          </p:cNvPr>
          <p:cNvSpPr/>
          <p:nvPr/>
        </p:nvSpPr>
        <p:spPr>
          <a:xfrm>
            <a:off x="1922786" y="3259298"/>
            <a:ext cx="72000" cy="720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D6AF494-8070-8589-C57B-1BB53DAB35D1}"/>
              </a:ext>
            </a:extLst>
          </p:cNvPr>
          <p:cNvSpPr/>
          <p:nvPr/>
        </p:nvSpPr>
        <p:spPr>
          <a:xfrm>
            <a:off x="507999" y="6137275"/>
            <a:ext cx="2859315" cy="355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ysClr val="windowText" lastClr="000000"/>
                </a:solidFill>
              </a:rPr>
              <a:t>Ads</a:t>
            </a:r>
            <a:endParaRPr lang="ko-KR" altLang="en-US">
              <a:solidFill>
                <a:sysClr val="windowText" lastClr="00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CC12B40-5DE1-7FF0-1795-1EEDA3FFD119}"/>
              </a:ext>
            </a:extLst>
          </p:cNvPr>
          <p:cNvSpPr txBox="1"/>
          <p:nvPr/>
        </p:nvSpPr>
        <p:spPr>
          <a:xfrm>
            <a:off x="2036835" y="1336305"/>
            <a:ext cx="7922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>
                <a:ln w="0"/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a:rPr>
              <a:t>96km</a:t>
            </a:r>
            <a:endParaRPr lang="ko-KR" altLang="en-US" b="1">
              <a:ln w="0"/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0" name="눈물 방울 9">
            <a:extLst>
              <a:ext uri="{FF2B5EF4-FFF2-40B4-BE49-F238E27FC236}">
                <a16:creationId xmlns:a16="http://schemas.microsoft.com/office/drawing/2014/main" id="{6D330068-7737-EE60-061F-53AA3AF7AB3C}"/>
              </a:ext>
            </a:extLst>
          </p:cNvPr>
          <p:cNvSpPr/>
          <p:nvPr/>
        </p:nvSpPr>
        <p:spPr>
          <a:xfrm rot="8096280">
            <a:off x="2586670" y="1736955"/>
            <a:ext cx="153162" cy="153162"/>
          </a:xfrm>
          <a:prstGeom prst="teardrop">
            <a:avLst/>
          </a:prstGeom>
          <a:solidFill>
            <a:srgbClr val="FF0000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1A88A27B-98CF-DD53-6EA6-BE20152CC38E}"/>
              </a:ext>
            </a:extLst>
          </p:cNvPr>
          <p:cNvSpPr/>
          <p:nvPr/>
        </p:nvSpPr>
        <p:spPr>
          <a:xfrm>
            <a:off x="2629791" y="1780115"/>
            <a:ext cx="66843" cy="66843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A89A25AC-A480-5076-E2E0-8CA4CF5B2BFA}"/>
              </a:ext>
            </a:extLst>
          </p:cNvPr>
          <p:cNvSpPr/>
          <p:nvPr/>
        </p:nvSpPr>
        <p:spPr>
          <a:xfrm>
            <a:off x="608569" y="5682053"/>
            <a:ext cx="2320024" cy="41872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</a:ln>
          <a:effectLst>
            <a:outerShdw blurRad="63500" sx="105000" sy="105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>
                <a:latin typeface="Noto Sans KR" panose="020B0200000000000000" pitchFamily="50" charset="-127"/>
                <a:ea typeface="Noto Sans KR" panose="020B0200000000000000" pitchFamily="50" charset="-127"/>
              </a:rPr>
              <a:t>       Start your Engine</a:t>
            </a:r>
            <a:endParaRPr lang="ko-KR" altLang="en-US" sz="1600" b="1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18897F9E-FEFD-F516-4AD7-4E124B2953C5}"/>
              </a:ext>
            </a:extLst>
          </p:cNvPr>
          <p:cNvSpPr/>
          <p:nvPr/>
        </p:nvSpPr>
        <p:spPr>
          <a:xfrm>
            <a:off x="631138" y="5709072"/>
            <a:ext cx="377015" cy="370515"/>
          </a:xfrm>
          <a:prstGeom prst="roundRect">
            <a:avLst/>
          </a:prstGeom>
          <a:solidFill>
            <a:schemeClr val="accent5"/>
          </a:solidFill>
          <a:ln w="6350">
            <a:solidFill>
              <a:schemeClr val="accent6">
                <a:lumMod val="50000"/>
              </a:schemeClr>
            </a:solidFill>
          </a:ln>
          <a:effectLst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27" name="그래픽 26" descr="갈매기형 화살표">
            <a:extLst>
              <a:ext uri="{FF2B5EF4-FFF2-40B4-BE49-F238E27FC236}">
                <a16:creationId xmlns:a16="http://schemas.microsoft.com/office/drawing/2014/main" id="{63124AE0-E6D8-7E32-BB72-66A88DFB549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14280" y="5697983"/>
            <a:ext cx="402790" cy="402790"/>
          </a:xfrm>
          <a:prstGeom prst="rect">
            <a:avLst/>
          </a:prstGeom>
        </p:spPr>
      </p:pic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F2AFF8CD-6CE1-6E03-54D2-16E440C44A55}"/>
              </a:ext>
            </a:extLst>
          </p:cNvPr>
          <p:cNvSpPr/>
          <p:nvPr/>
        </p:nvSpPr>
        <p:spPr>
          <a:xfrm>
            <a:off x="606217" y="4895245"/>
            <a:ext cx="720000" cy="720000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63500" sx="105000" sy="105000" algn="ctr" rotWithShape="0">
              <a:srgbClr val="0070C0">
                <a:alpha val="80000"/>
              </a:srgbClr>
            </a:outerShdw>
          </a:effectLst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F9600FB9-2237-B8F8-48A6-AC3393E744B5}"/>
              </a:ext>
            </a:extLst>
          </p:cNvPr>
          <p:cNvSpPr/>
          <p:nvPr/>
        </p:nvSpPr>
        <p:spPr>
          <a:xfrm>
            <a:off x="1400583" y="4895245"/>
            <a:ext cx="720000" cy="720000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63500" sx="105000" sy="105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476EA63A-97DA-709C-F6A7-31A9A1D9E70D}"/>
              </a:ext>
            </a:extLst>
          </p:cNvPr>
          <p:cNvSpPr/>
          <p:nvPr/>
        </p:nvSpPr>
        <p:spPr>
          <a:xfrm>
            <a:off x="2194949" y="4895245"/>
            <a:ext cx="720000" cy="720000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63500" sx="105000" sy="105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374E639-30D5-B008-6F78-117986AD3940}"/>
              </a:ext>
            </a:extLst>
          </p:cNvPr>
          <p:cNvSpPr txBox="1"/>
          <p:nvPr/>
        </p:nvSpPr>
        <p:spPr>
          <a:xfrm>
            <a:off x="602881" y="4877335"/>
            <a:ext cx="70403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시골길로</a:t>
            </a:r>
            <a:br>
              <a:rPr lang="en-US" altLang="ko-KR" sz="1100">
                <a:latin typeface="Noto Sans KR Medium" panose="020B0200000000000000" pitchFamily="50" charset="-127"/>
                <a:ea typeface="Noto Sans KR Medium" panose="020B0200000000000000" pitchFamily="50" charset="-127"/>
              </a:rPr>
            </a:br>
            <a:r>
              <a:rPr lang="ko-KR" altLang="en-US" sz="110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느긋하게</a:t>
            </a:r>
          </a:p>
        </p:txBody>
      </p:sp>
      <p:sp>
        <p:nvSpPr>
          <p:cNvPr id="1121" name="TextBox 1120">
            <a:extLst>
              <a:ext uri="{FF2B5EF4-FFF2-40B4-BE49-F238E27FC236}">
                <a16:creationId xmlns:a16="http://schemas.microsoft.com/office/drawing/2014/main" id="{C2BE7AE2-AAF7-70B0-E603-8BE411BD5292}"/>
              </a:ext>
            </a:extLst>
          </p:cNvPr>
          <p:cNvSpPr txBox="1"/>
          <p:nvPr/>
        </p:nvSpPr>
        <p:spPr>
          <a:xfrm>
            <a:off x="1427103" y="4877335"/>
            <a:ext cx="70403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지방도로</a:t>
            </a:r>
            <a:br>
              <a:rPr lang="en-US" altLang="ko-KR" sz="1100">
                <a:latin typeface="Noto Sans KR Medium" panose="020B0200000000000000" pitchFamily="50" charset="-127"/>
                <a:ea typeface="Noto Sans KR Medium" panose="020B0200000000000000" pitchFamily="50" charset="-127"/>
              </a:rPr>
            </a:br>
            <a:r>
              <a:rPr lang="ko-KR" altLang="en-US" sz="110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여유롭게</a:t>
            </a:r>
          </a:p>
        </p:txBody>
      </p:sp>
      <p:sp>
        <p:nvSpPr>
          <p:cNvPr id="1122" name="TextBox 1121">
            <a:extLst>
              <a:ext uri="{FF2B5EF4-FFF2-40B4-BE49-F238E27FC236}">
                <a16:creationId xmlns:a16="http://schemas.microsoft.com/office/drawing/2014/main" id="{0968C3C3-D686-0D96-CF0C-ACF3E37E4A5A}"/>
              </a:ext>
            </a:extLst>
          </p:cNvPr>
          <p:cNvSpPr txBox="1"/>
          <p:nvPr/>
        </p:nvSpPr>
        <p:spPr>
          <a:xfrm>
            <a:off x="2282566" y="4877335"/>
            <a:ext cx="57419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국도로</a:t>
            </a:r>
            <a:br>
              <a:rPr lang="en-US" altLang="ko-KR" sz="1100">
                <a:latin typeface="Noto Sans KR Medium" panose="020B0200000000000000" pitchFamily="50" charset="-127"/>
                <a:ea typeface="Noto Sans KR Medium" panose="020B0200000000000000" pitchFamily="50" charset="-127"/>
              </a:rPr>
            </a:br>
            <a:r>
              <a:rPr lang="ko-KR" altLang="en-US" sz="110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빠르게</a:t>
            </a:r>
          </a:p>
        </p:txBody>
      </p:sp>
      <p:sp>
        <p:nvSpPr>
          <p:cNvPr id="1123" name="TextBox 1122">
            <a:extLst>
              <a:ext uri="{FF2B5EF4-FFF2-40B4-BE49-F238E27FC236}">
                <a16:creationId xmlns:a16="http://schemas.microsoft.com/office/drawing/2014/main" id="{2880CF71-4037-31AC-7EA1-E82F09C24D74}"/>
              </a:ext>
            </a:extLst>
          </p:cNvPr>
          <p:cNvSpPr txBox="1"/>
          <p:nvPr/>
        </p:nvSpPr>
        <p:spPr>
          <a:xfrm>
            <a:off x="592461" y="5268456"/>
            <a:ext cx="7248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90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198km</a:t>
            </a:r>
            <a:br>
              <a:rPr lang="en-US" altLang="ko-KR" sz="900">
                <a:latin typeface="Noto Sans KR Medium" panose="020B0200000000000000" pitchFamily="50" charset="-127"/>
                <a:ea typeface="Noto Sans KR Medium" panose="020B0200000000000000" pitchFamily="50" charset="-127"/>
              </a:rPr>
            </a:br>
            <a:r>
              <a:rPr lang="en-US" altLang="ko-KR" sz="90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3</a:t>
            </a:r>
            <a:r>
              <a:rPr lang="ko-KR" altLang="en-US" sz="90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시간 </a:t>
            </a:r>
            <a:r>
              <a:rPr lang="en-US" altLang="ko-KR" sz="90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15</a:t>
            </a:r>
            <a:r>
              <a:rPr lang="ko-KR" altLang="en-US" sz="90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분</a:t>
            </a:r>
          </a:p>
        </p:txBody>
      </p:sp>
      <p:sp>
        <p:nvSpPr>
          <p:cNvPr id="1157" name="TextBox 1156">
            <a:extLst>
              <a:ext uri="{FF2B5EF4-FFF2-40B4-BE49-F238E27FC236}">
                <a16:creationId xmlns:a16="http://schemas.microsoft.com/office/drawing/2014/main" id="{46CF7D78-7130-1643-DEF4-541CE50CEE63}"/>
              </a:ext>
            </a:extLst>
          </p:cNvPr>
          <p:cNvSpPr txBox="1"/>
          <p:nvPr/>
        </p:nvSpPr>
        <p:spPr>
          <a:xfrm>
            <a:off x="1392255" y="5268456"/>
            <a:ext cx="7248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90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152km</a:t>
            </a:r>
            <a:br>
              <a:rPr lang="en-US" altLang="ko-KR" sz="900">
                <a:latin typeface="Noto Sans KR Medium" panose="020B0200000000000000" pitchFamily="50" charset="-127"/>
                <a:ea typeface="Noto Sans KR Medium" panose="020B0200000000000000" pitchFamily="50" charset="-127"/>
              </a:rPr>
            </a:br>
            <a:r>
              <a:rPr lang="en-US" altLang="ko-KR" sz="90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2</a:t>
            </a:r>
            <a:r>
              <a:rPr lang="ko-KR" altLang="en-US" sz="90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시간 </a:t>
            </a:r>
            <a:r>
              <a:rPr lang="en-US" altLang="ko-KR" sz="90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42</a:t>
            </a:r>
            <a:r>
              <a:rPr lang="ko-KR" altLang="en-US" sz="90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분</a:t>
            </a:r>
          </a:p>
        </p:txBody>
      </p:sp>
      <p:sp>
        <p:nvSpPr>
          <p:cNvPr id="1158" name="TextBox 1157">
            <a:extLst>
              <a:ext uri="{FF2B5EF4-FFF2-40B4-BE49-F238E27FC236}">
                <a16:creationId xmlns:a16="http://schemas.microsoft.com/office/drawing/2014/main" id="{69B3A018-D248-2711-66AB-D10964562D23}"/>
              </a:ext>
            </a:extLst>
          </p:cNvPr>
          <p:cNvSpPr txBox="1"/>
          <p:nvPr/>
        </p:nvSpPr>
        <p:spPr>
          <a:xfrm>
            <a:off x="2183173" y="5268456"/>
            <a:ext cx="7248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90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128km</a:t>
            </a:r>
            <a:br>
              <a:rPr lang="en-US" altLang="ko-KR" sz="900">
                <a:latin typeface="Noto Sans KR Medium" panose="020B0200000000000000" pitchFamily="50" charset="-127"/>
                <a:ea typeface="Noto Sans KR Medium" panose="020B0200000000000000" pitchFamily="50" charset="-127"/>
              </a:rPr>
            </a:br>
            <a:r>
              <a:rPr lang="en-US" altLang="ko-KR" sz="90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2</a:t>
            </a:r>
            <a:r>
              <a:rPr lang="ko-KR" altLang="en-US" sz="90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시간 </a:t>
            </a:r>
            <a:r>
              <a:rPr lang="en-US" altLang="ko-KR" sz="90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11</a:t>
            </a:r>
            <a:r>
              <a:rPr lang="ko-KR" altLang="en-US" sz="90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분</a:t>
            </a:r>
          </a:p>
        </p:txBody>
      </p:sp>
      <p:sp>
        <p:nvSpPr>
          <p:cNvPr id="1159" name="자유형: 도형 1158">
            <a:extLst>
              <a:ext uri="{FF2B5EF4-FFF2-40B4-BE49-F238E27FC236}">
                <a16:creationId xmlns:a16="http://schemas.microsoft.com/office/drawing/2014/main" id="{FC191E14-B7C1-AA8E-D49D-A04FA34C1F34}"/>
              </a:ext>
            </a:extLst>
          </p:cNvPr>
          <p:cNvSpPr/>
          <p:nvPr/>
        </p:nvSpPr>
        <p:spPr>
          <a:xfrm>
            <a:off x="1074420" y="1905000"/>
            <a:ext cx="1805940" cy="1676400"/>
          </a:xfrm>
          <a:custGeom>
            <a:avLst/>
            <a:gdLst>
              <a:gd name="csX0" fmla="*/ 0 w 1805940"/>
              <a:gd name="csY0" fmla="*/ 1676400 h 1676400"/>
              <a:gd name="csX1" fmla="*/ 60960 w 1805940"/>
              <a:gd name="csY1" fmla="*/ 1668780 h 1676400"/>
              <a:gd name="csX2" fmla="*/ 121920 w 1805940"/>
              <a:gd name="csY2" fmla="*/ 1623060 h 1676400"/>
              <a:gd name="csX3" fmla="*/ 175260 w 1805940"/>
              <a:gd name="csY3" fmla="*/ 1600200 h 1676400"/>
              <a:gd name="csX4" fmla="*/ 198120 w 1805940"/>
              <a:gd name="csY4" fmla="*/ 1584960 h 1676400"/>
              <a:gd name="csX5" fmla="*/ 304800 w 1805940"/>
              <a:gd name="csY5" fmla="*/ 1569720 h 1676400"/>
              <a:gd name="csX6" fmla="*/ 304800 w 1805940"/>
              <a:gd name="csY6" fmla="*/ 1493520 h 1676400"/>
              <a:gd name="csX7" fmla="*/ 281940 w 1805940"/>
              <a:gd name="csY7" fmla="*/ 1478280 h 1676400"/>
              <a:gd name="csX8" fmla="*/ 266700 w 1805940"/>
              <a:gd name="csY8" fmla="*/ 1455420 h 1676400"/>
              <a:gd name="csX9" fmla="*/ 289560 w 1805940"/>
              <a:gd name="csY9" fmla="*/ 1440180 h 1676400"/>
              <a:gd name="csX10" fmla="*/ 342900 w 1805940"/>
              <a:gd name="csY10" fmla="*/ 1447800 h 1676400"/>
              <a:gd name="csX11" fmla="*/ 350520 w 1805940"/>
              <a:gd name="csY11" fmla="*/ 1470660 h 1676400"/>
              <a:gd name="csX12" fmla="*/ 381000 w 1805940"/>
              <a:gd name="csY12" fmla="*/ 1524000 h 1676400"/>
              <a:gd name="csX13" fmla="*/ 396240 w 1805940"/>
              <a:gd name="csY13" fmla="*/ 1554480 h 1676400"/>
              <a:gd name="csX14" fmla="*/ 411480 w 1805940"/>
              <a:gd name="csY14" fmla="*/ 1531620 h 1676400"/>
              <a:gd name="csX15" fmla="*/ 426720 w 1805940"/>
              <a:gd name="csY15" fmla="*/ 1493520 h 1676400"/>
              <a:gd name="csX16" fmla="*/ 449580 w 1805940"/>
              <a:gd name="csY16" fmla="*/ 1508760 h 1676400"/>
              <a:gd name="csX17" fmla="*/ 487680 w 1805940"/>
              <a:gd name="csY17" fmla="*/ 1485900 h 1676400"/>
              <a:gd name="csX18" fmla="*/ 548640 w 1805940"/>
              <a:gd name="csY18" fmla="*/ 1493520 h 1676400"/>
              <a:gd name="csX19" fmla="*/ 563880 w 1805940"/>
              <a:gd name="csY19" fmla="*/ 1470660 h 1676400"/>
              <a:gd name="csX20" fmla="*/ 548640 w 1805940"/>
              <a:gd name="csY20" fmla="*/ 1447800 h 1676400"/>
              <a:gd name="csX21" fmla="*/ 495300 w 1805940"/>
              <a:gd name="csY21" fmla="*/ 1417320 h 1676400"/>
              <a:gd name="csX22" fmla="*/ 518160 w 1805940"/>
              <a:gd name="csY22" fmla="*/ 1402080 h 1676400"/>
              <a:gd name="csX23" fmla="*/ 632460 w 1805940"/>
              <a:gd name="csY23" fmla="*/ 1424940 h 1676400"/>
              <a:gd name="csX24" fmla="*/ 754380 w 1805940"/>
              <a:gd name="csY24" fmla="*/ 1417320 h 1676400"/>
              <a:gd name="csX25" fmla="*/ 784860 w 1805940"/>
              <a:gd name="csY25" fmla="*/ 1424940 h 1676400"/>
              <a:gd name="csX26" fmla="*/ 876300 w 1805940"/>
              <a:gd name="csY26" fmla="*/ 1409700 h 1676400"/>
              <a:gd name="csX27" fmla="*/ 899160 w 1805940"/>
              <a:gd name="csY27" fmla="*/ 1394460 h 1676400"/>
              <a:gd name="csX28" fmla="*/ 891540 w 1805940"/>
              <a:gd name="csY28" fmla="*/ 1333500 h 1676400"/>
              <a:gd name="csX29" fmla="*/ 868680 w 1805940"/>
              <a:gd name="csY29" fmla="*/ 1318260 h 1676400"/>
              <a:gd name="csX30" fmla="*/ 853440 w 1805940"/>
              <a:gd name="csY30" fmla="*/ 1295400 h 1676400"/>
              <a:gd name="csX31" fmla="*/ 883920 w 1805940"/>
              <a:gd name="csY31" fmla="*/ 1272540 h 1676400"/>
              <a:gd name="csX32" fmla="*/ 944880 w 1805940"/>
              <a:gd name="csY32" fmla="*/ 1264920 h 1676400"/>
              <a:gd name="csX33" fmla="*/ 914400 w 1805940"/>
              <a:gd name="csY33" fmla="*/ 1188720 h 1676400"/>
              <a:gd name="csX34" fmla="*/ 891540 w 1805940"/>
              <a:gd name="csY34" fmla="*/ 1165860 h 1676400"/>
              <a:gd name="csX35" fmla="*/ 891540 w 1805940"/>
              <a:gd name="csY35" fmla="*/ 1089660 h 1676400"/>
              <a:gd name="csX36" fmla="*/ 914400 w 1805940"/>
              <a:gd name="csY36" fmla="*/ 1066800 h 1676400"/>
              <a:gd name="csX37" fmla="*/ 929640 w 1805940"/>
              <a:gd name="csY37" fmla="*/ 1028700 h 1676400"/>
              <a:gd name="csX38" fmla="*/ 914400 w 1805940"/>
              <a:gd name="csY38" fmla="*/ 1005840 h 1676400"/>
              <a:gd name="csX39" fmla="*/ 800100 w 1805940"/>
              <a:gd name="csY39" fmla="*/ 998220 h 1676400"/>
              <a:gd name="csX40" fmla="*/ 777240 w 1805940"/>
              <a:gd name="csY40" fmla="*/ 967740 h 1676400"/>
              <a:gd name="csX41" fmla="*/ 746760 w 1805940"/>
              <a:gd name="csY41" fmla="*/ 944880 h 1676400"/>
              <a:gd name="csX42" fmla="*/ 739140 w 1805940"/>
              <a:gd name="csY42" fmla="*/ 914400 h 1676400"/>
              <a:gd name="csX43" fmla="*/ 754380 w 1805940"/>
              <a:gd name="csY43" fmla="*/ 891540 h 1676400"/>
              <a:gd name="csX44" fmla="*/ 777240 w 1805940"/>
              <a:gd name="csY44" fmla="*/ 883920 h 1676400"/>
              <a:gd name="csX45" fmla="*/ 868680 w 1805940"/>
              <a:gd name="csY45" fmla="*/ 876300 h 1676400"/>
              <a:gd name="csX46" fmla="*/ 891540 w 1805940"/>
              <a:gd name="csY46" fmla="*/ 868680 h 1676400"/>
              <a:gd name="csX47" fmla="*/ 922020 w 1805940"/>
              <a:gd name="csY47" fmla="*/ 861060 h 1676400"/>
              <a:gd name="csX48" fmla="*/ 944880 w 1805940"/>
              <a:gd name="csY48" fmla="*/ 830580 h 1676400"/>
              <a:gd name="csX49" fmla="*/ 982980 w 1805940"/>
              <a:gd name="csY49" fmla="*/ 693420 h 1676400"/>
              <a:gd name="csX50" fmla="*/ 1036320 w 1805940"/>
              <a:gd name="csY50" fmla="*/ 701040 h 1676400"/>
              <a:gd name="csX51" fmla="*/ 1143000 w 1805940"/>
              <a:gd name="csY51" fmla="*/ 701040 h 1676400"/>
              <a:gd name="csX52" fmla="*/ 1165860 w 1805940"/>
              <a:gd name="csY52" fmla="*/ 670560 h 1676400"/>
              <a:gd name="csX53" fmla="*/ 1188720 w 1805940"/>
              <a:gd name="csY53" fmla="*/ 624840 h 1676400"/>
              <a:gd name="csX54" fmla="*/ 1211580 w 1805940"/>
              <a:gd name="csY54" fmla="*/ 647700 h 1676400"/>
              <a:gd name="csX55" fmla="*/ 1226820 w 1805940"/>
              <a:gd name="csY55" fmla="*/ 693420 h 1676400"/>
              <a:gd name="csX56" fmla="*/ 1234440 w 1805940"/>
              <a:gd name="csY56" fmla="*/ 716280 h 1676400"/>
              <a:gd name="csX57" fmla="*/ 1264920 w 1805940"/>
              <a:gd name="csY57" fmla="*/ 769620 h 1676400"/>
              <a:gd name="csX58" fmla="*/ 1280160 w 1805940"/>
              <a:gd name="csY58" fmla="*/ 746760 h 1676400"/>
              <a:gd name="csX59" fmla="*/ 1287780 w 1805940"/>
              <a:gd name="csY59" fmla="*/ 723900 h 1676400"/>
              <a:gd name="csX60" fmla="*/ 1310640 w 1805940"/>
              <a:gd name="csY60" fmla="*/ 746760 h 1676400"/>
              <a:gd name="csX61" fmla="*/ 1325880 w 1805940"/>
              <a:gd name="csY61" fmla="*/ 800100 h 1676400"/>
              <a:gd name="csX62" fmla="*/ 1310640 w 1805940"/>
              <a:gd name="csY62" fmla="*/ 853440 h 1676400"/>
              <a:gd name="csX63" fmla="*/ 1325880 w 1805940"/>
              <a:gd name="csY63" fmla="*/ 883920 h 1676400"/>
              <a:gd name="csX64" fmla="*/ 1356360 w 1805940"/>
              <a:gd name="csY64" fmla="*/ 982980 h 1676400"/>
              <a:gd name="csX65" fmla="*/ 1371600 w 1805940"/>
              <a:gd name="csY65" fmla="*/ 952500 h 1676400"/>
              <a:gd name="csX66" fmla="*/ 1356360 w 1805940"/>
              <a:gd name="csY66" fmla="*/ 830580 h 1676400"/>
              <a:gd name="csX67" fmla="*/ 1363980 w 1805940"/>
              <a:gd name="csY67" fmla="*/ 792480 h 1676400"/>
              <a:gd name="csX68" fmla="*/ 1394460 w 1805940"/>
              <a:gd name="csY68" fmla="*/ 784860 h 1676400"/>
              <a:gd name="csX69" fmla="*/ 1417320 w 1805940"/>
              <a:gd name="csY69" fmla="*/ 769620 h 1676400"/>
              <a:gd name="csX70" fmla="*/ 1386840 w 1805940"/>
              <a:gd name="csY70" fmla="*/ 739140 h 1676400"/>
              <a:gd name="csX71" fmla="*/ 1371600 w 1805940"/>
              <a:gd name="csY71" fmla="*/ 708660 h 1676400"/>
              <a:gd name="csX72" fmla="*/ 1394460 w 1805940"/>
              <a:gd name="csY72" fmla="*/ 693420 h 1676400"/>
              <a:gd name="csX73" fmla="*/ 1447800 w 1805940"/>
              <a:gd name="csY73" fmla="*/ 708660 h 1676400"/>
              <a:gd name="csX74" fmla="*/ 1463040 w 1805940"/>
              <a:gd name="csY74" fmla="*/ 678180 h 1676400"/>
              <a:gd name="csX75" fmla="*/ 1455420 w 1805940"/>
              <a:gd name="csY75" fmla="*/ 632460 h 1676400"/>
              <a:gd name="csX76" fmla="*/ 1432560 w 1805940"/>
              <a:gd name="csY76" fmla="*/ 624840 h 1676400"/>
              <a:gd name="csX77" fmla="*/ 1402080 w 1805940"/>
              <a:gd name="csY77" fmla="*/ 617220 h 1676400"/>
              <a:gd name="csX78" fmla="*/ 1394460 w 1805940"/>
              <a:gd name="csY78" fmla="*/ 586740 h 1676400"/>
              <a:gd name="csX79" fmla="*/ 1386840 w 1805940"/>
              <a:gd name="csY79" fmla="*/ 525780 h 1676400"/>
              <a:gd name="csX80" fmla="*/ 1371600 w 1805940"/>
              <a:gd name="csY80" fmla="*/ 495300 h 1676400"/>
              <a:gd name="csX81" fmla="*/ 1363980 w 1805940"/>
              <a:gd name="csY81" fmla="*/ 464820 h 1676400"/>
              <a:gd name="csX82" fmla="*/ 1501140 w 1805940"/>
              <a:gd name="csY82" fmla="*/ 441960 h 1676400"/>
              <a:gd name="csX83" fmla="*/ 1546860 w 1805940"/>
              <a:gd name="csY83" fmla="*/ 426720 h 1676400"/>
              <a:gd name="csX84" fmla="*/ 1638300 w 1805940"/>
              <a:gd name="csY84" fmla="*/ 419100 h 1676400"/>
              <a:gd name="csX85" fmla="*/ 1668780 w 1805940"/>
              <a:gd name="csY85" fmla="*/ 396240 h 1676400"/>
              <a:gd name="csX86" fmla="*/ 1691640 w 1805940"/>
              <a:gd name="csY86" fmla="*/ 388620 h 1676400"/>
              <a:gd name="csX87" fmla="*/ 1805940 w 1805940"/>
              <a:gd name="csY87" fmla="*/ 373380 h 1676400"/>
              <a:gd name="csX88" fmla="*/ 1798320 w 1805940"/>
              <a:gd name="csY88" fmla="*/ 312420 h 1676400"/>
              <a:gd name="csX89" fmla="*/ 1790700 w 1805940"/>
              <a:gd name="csY89" fmla="*/ 289560 h 1676400"/>
              <a:gd name="csX90" fmla="*/ 1767840 w 1805940"/>
              <a:gd name="csY90" fmla="*/ 274320 h 1676400"/>
              <a:gd name="csX91" fmla="*/ 1737360 w 1805940"/>
              <a:gd name="csY91" fmla="*/ 182880 h 1676400"/>
              <a:gd name="csX92" fmla="*/ 1722120 w 1805940"/>
              <a:gd name="csY92" fmla="*/ 106680 h 1676400"/>
              <a:gd name="csX93" fmla="*/ 1706880 w 1805940"/>
              <a:gd name="csY93" fmla="*/ 76200 h 1676400"/>
              <a:gd name="csX94" fmla="*/ 1691640 w 1805940"/>
              <a:gd name="csY94" fmla="*/ 53340 h 1676400"/>
              <a:gd name="csX95" fmla="*/ 1668780 w 1805940"/>
              <a:gd name="csY95" fmla="*/ 45720 h 1676400"/>
              <a:gd name="csX96" fmla="*/ 1645920 w 1805940"/>
              <a:gd name="csY96" fmla="*/ 22860 h 1676400"/>
              <a:gd name="csX97" fmla="*/ 1607820 w 1805940"/>
              <a:gd name="csY97" fmla="*/ 0 h 1676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</a:cxnLst>
            <a:rect l="l" t="t" r="r" b="b"/>
            <a:pathLst>
              <a:path w="1805940" h="1676400">
                <a:moveTo>
                  <a:pt x="0" y="1676400"/>
                </a:moveTo>
                <a:cubicBezTo>
                  <a:pt x="20320" y="1673860"/>
                  <a:pt x="41093" y="1673747"/>
                  <a:pt x="60960" y="1668780"/>
                </a:cubicBezTo>
                <a:cubicBezTo>
                  <a:pt x="97849" y="1659558"/>
                  <a:pt x="91557" y="1645832"/>
                  <a:pt x="121920" y="1623060"/>
                </a:cubicBezTo>
                <a:cubicBezTo>
                  <a:pt x="153633" y="1599276"/>
                  <a:pt x="145832" y="1614914"/>
                  <a:pt x="175260" y="1600200"/>
                </a:cubicBezTo>
                <a:cubicBezTo>
                  <a:pt x="183451" y="1596104"/>
                  <a:pt x="189545" y="1588176"/>
                  <a:pt x="198120" y="1584960"/>
                </a:cubicBezTo>
                <a:cubicBezTo>
                  <a:pt x="218551" y="1577298"/>
                  <a:pt x="294780" y="1570833"/>
                  <a:pt x="304800" y="1569720"/>
                </a:cubicBezTo>
                <a:cubicBezTo>
                  <a:pt x="310068" y="1543379"/>
                  <a:pt x="319852" y="1519861"/>
                  <a:pt x="304800" y="1493520"/>
                </a:cubicBezTo>
                <a:cubicBezTo>
                  <a:pt x="300256" y="1485569"/>
                  <a:pt x="289560" y="1483360"/>
                  <a:pt x="281940" y="1478280"/>
                </a:cubicBezTo>
                <a:cubicBezTo>
                  <a:pt x="276860" y="1470660"/>
                  <a:pt x="264904" y="1464400"/>
                  <a:pt x="266700" y="1455420"/>
                </a:cubicBezTo>
                <a:cubicBezTo>
                  <a:pt x="268496" y="1446440"/>
                  <a:pt x="280447" y="1441091"/>
                  <a:pt x="289560" y="1440180"/>
                </a:cubicBezTo>
                <a:cubicBezTo>
                  <a:pt x="307431" y="1438393"/>
                  <a:pt x="325120" y="1445260"/>
                  <a:pt x="342900" y="1447800"/>
                </a:cubicBezTo>
                <a:cubicBezTo>
                  <a:pt x="345440" y="1455420"/>
                  <a:pt x="347356" y="1463277"/>
                  <a:pt x="350520" y="1470660"/>
                </a:cubicBezTo>
                <a:cubicBezTo>
                  <a:pt x="370257" y="1516714"/>
                  <a:pt x="359135" y="1485736"/>
                  <a:pt x="381000" y="1524000"/>
                </a:cubicBezTo>
                <a:cubicBezTo>
                  <a:pt x="386636" y="1533863"/>
                  <a:pt x="391160" y="1544320"/>
                  <a:pt x="396240" y="1554480"/>
                </a:cubicBezTo>
                <a:cubicBezTo>
                  <a:pt x="401320" y="1546860"/>
                  <a:pt x="407384" y="1539811"/>
                  <a:pt x="411480" y="1531620"/>
                </a:cubicBezTo>
                <a:cubicBezTo>
                  <a:pt x="417597" y="1519386"/>
                  <a:pt x="414991" y="1500557"/>
                  <a:pt x="426720" y="1493520"/>
                </a:cubicBezTo>
                <a:cubicBezTo>
                  <a:pt x="434573" y="1488808"/>
                  <a:pt x="441960" y="1503680"/>
                  <a:pt x="449580" y="1508760"/>
                </a:cubicBezTo>
                <a:cubicBezTo>
                  <a:pt x="462280" y="1501140"/>
                  <a:pt x="472869" y="1485900"/>
                  <a:pt x="487680" y="1485900"/>
                </a:cubicBezTo>
                <a:cubicBezTo>
                  <a:pt x="586598" y="1485900"/>
                  <a:pt x="453716" y="1540982"/>
                  <a:pt x="548640" y="1493520"/>
                </a:cubicBezTo>
                <a:cubicBezTo>
                  <a:pt x="553720" y="1485900"/>
                  <a:pt x="563880" y="1479818"/>
                  <a:pt x="563880" y="1470660"/>
                </a:cubicBezTo>
                <a:cubicBezTo>
                  <a:pt x="563880" y="1461502"/>
                  <a:pt x="555116" y="1454276"/>
                  <a:pt x="548640" y="1447800"/>
                </a:cubicBezTo>
                <a:cubicBezTo>
                  <a:pt x="537870" y="1437030"/>
                  <a:pt x="507253" y="1423296"/>
                  <a:pt x="495300" y="1417320"/>
                </a:cubicBezTo>
                <a:cubicBezTo>
                  <a:pt x="502920" y="1412240"/>
                  <a:pt x="509029" y="1402782"/>
                  <a:pt x="518160" y="1402080"/>
                </a:cubicBezTo>
                <a:cubicBezTo>
                  <a:pt x="574654" y="1397734"/>
                  <a:pt x="588512" y="1407361"/>
                  <a:pt x="632460" y="1424940"/>
                </a:cubicBezTo>
                <a:cubicBezTo>
                  <a:pt x="713853" y="1408661"/>
                  <a:pt x="689049" y="1404254"/>
                  <a:pt x="754380" y="1417320"/>
                </a:cubicBezTo>
                <a:cubicBezTo>
                  <a:pt x="764649" y="1419374"/>
                  <a:pt x="774700" y="1422400"/>
                  <a:pt x="784860" y="1424940"/>
                </a:cubicBezTo>
                <a:cubicBezTo>
                  <a:pt x="806589" y="1422526"/>
                  <a:pt x="850768" y="1422466"/>
                  <a:pt x="876300" y="1409700"/>
                </a:cubicBezTo>
                <a:cubicBezTo>
                  <a:pt x="884491" y="1405604"/>
                  <a:pt x="891540" y="1399540"/>
                  <a:pt x="899160" y="1394460"/>
                </a:cubicBezTo>
                <a:cubicBezTo>
                  <a:pt x="896620" y="1374140"/>
                  <a:pt x="899145" y="1352513"/>
                  <a:pt x="891540" y="1333500"/>
                </a:cubicBezTo>
                <a:cubicBezTo>
                  <a:pt x="888139" y="1324997"/>
                  <a:pt x="875156" y="1324736"/>
                  <a:pt x="868680" y="1318260"/>
                </a:cubicBezTo>
                <a:cubicBezTo>
                  <a:pt x="862204" y="1311784"/>
                  <a:pt x="858520" y="1303020"/>
                  <a:pt x="853440" y="1295400"/>
                </a:cubicBezTo>
                <a:cubicBezTo>
                  <a:pt x="863600" y="1287780"/>
                  <a:pt x="871872" y="1276556"/>
                  <a:pt x="883920" y="1272540"/>
                </a:cubicBezTo>
                <a:cubicBezTo>
                  <a:pt x="903347" y="1266064"/>
                  <a:pt x="932308" y="1281084"/>
                  <a:pt x="944880" y="1264920"/>
                </a:cubicBezTo>
                <a:cubicBezTo>
                  <a:pt x="981510" y="1217825"/>
                  <a:pt x="934002" y="1205055"/>
                  <a:pt x="914400" y="1188720"/>
                </a:cubicBezTo>
                <a:cubicBezTo>
                  <a:pt x="906121" y="1181821"/>
                  <a:pt x="899160" y="1173480"/>
                  <a:pt x="891540" y="1165860"/>
                </a:cubicBezTo>
                <a:cubicBezTo>
                  <a:pt x="881444" y="1135573"/>
                  <a:pt x="875620" y="1129460"/>
                  <a:pt x="891540" y="1089660"/>
                </a:cubicBezTo>
                <a:cubicBezTo>
                  <a:pt x="895542" y="1079654"/>
                  <a:pt x="906780" y="1074420"/>
                  <a:pt x="914400" y="1066800"/>
                </a:cubicBezTo>
                <a:cubicBezTo>
                  <a:pt x="919480" y="1054100"/>
                  <a:pt x="929640" y="1042378"/>
                  <a:pt x="929640" y="1028700"/>
                </a:cubicBezTo>
                <a:cubicBezTo>
                  <a:pt x="929640" y="1019542"/>
                  <a:pt x="923315" y="1007938"/>
                  <a:pt x="914400" y="1005840"/>
                </a:cubicBezTo>
                <a:cubicBezTo>
                  <a:pt x="877230" y="997094"/>
                  <a:pt x="838200" y="1000760"/>
                  <a:pt x="800100" y="998220"/>
                </a:cubicBezTo>
                <a:cubicBezTo>
                  <a:pt x="792480" y="988060"/>
                  <a:pt x="786220" y="976720"/>
                  <a:pt x="777240" y="967740"/>
                </a:cubicBezTo>
                <a:cubicBezTo>
                  <a:pt x="768260" y="958760"/>
                  <a:pt x="754142" y="955214"/>
                  <a:pt x="746760" y="944880"/>
                </a:cubicBezTo>
                <a:cubicBezTo>
                  <a:pt x="740673" y="936358"/>
                  <a:pt x="741680" y="924560"/>
                  <a:pt x="739140" y="914400"/>
                </a:cubicBezTo>
                <a:cubicBezTo>
                  <a:pt x="744220" y="906780"/>
                  <a:pt x="747229" y="897261"/>
                  <a:pt x="754380" y="891540"/>
                </a:cubicBezTo>
                <a:cubicBezTo>
                  <a:pt x="760652" y="886522"/>
                  <a:pt x="769278" y="884982"/>
                  <a:pt x="777240" y="883920"/>
                </a:cubicBezTo>
                <a:cubicBezTo>
                  <a:pt x="807557" y="879878"/>
                  <a:pt x="838200" y="878840"/>
                  <a:pt x="868680" y="876300"/>
                </a:cubicBezTo>
                <a:cubicBezTo>
                  <a:pt x="876300" y="873760"/>
                  <a:pt x="883817" y="870887"/>
                  <a:pt x="891540" y="868680"/>
                </a:cubicBezTo>
                <a:cubicBezTo>
                  <a:pt x="901610" y="865803"/>
                  <a:pt x="913498" y="867147"/>
                  <a:pt x="922020" y="861060"/>
                </a:cubicBezTo>
                <a:cubicBezTo>
                  <a:pt x="932354" y="853678"/>
                  <a:pt x="937260" y="840740"/>
                  <a:pt x="944880" y="830580"/>
                </a:cubicBezTo>
                <a:cubicBezTo>
                  <a:pt x="948715" y="765387"/>
                  <a:pt x="911602" y="693420"/>
                  <a:pt x="982980" y="693420"/>
                </a:cubicBezTo>
                <a:cubicBezTo>
                  <a:pt x="1000941" y="693420"/>
                  <a:pt x="1018540" y="698500"/>
                  <a:pt x="1036320" y="701040"/>
                </a:cubicBezTo>
                <a:cubicBezTo>
                  <a:pt x="1075659" y="714153"/>
                  <a:pt x="1086584" y="721188"/>
                  <a:pt x="1143000" y="701040"/>
                </a:cubicBezTo>
                <a:cubicBezTo>
                  <a:pt x="1154960" y="696769"/>
                  <a:pt x="1158240" y="680720"/>
                  <a:pt x="1165860" y="670560"/>
                </a:cubicBezTo>
                <a:cubicBezTo>
                  <a:pt x="1167739" y="664923"/>
                  <a:pt x="1178872" y="624840"/>
                  <a:pt x="1188720" y="624840"/>
                </a:cubicBezTo>
                <a:cubicBezTo>
                  <a:pt x="1199496" y="624840"/>
                  <a:pt x="1203960" y="640080"/>
                  <a:pt x="1211580" y="647700"/>
                </a:cubicBezTo>
                <a:lnTo>
                  <a:pt x="1226820" y="693420"/>
                </a:lnTo>
                <a:cubicBezTo>
                  <a:pt x="1229360" y="701040"/>
                  <a:pt x="1230848" y="709096"/>
                  <a:pt x="1234440" y="716280"/>
                </a:cubicBezTo>
                <a:cubicBezTo>
                  <a:pt x="1253776" y="754951"/>
                  <a:pt x="1243379" y="737309"/>
                  <a:pt x="1264920" y="769620"/>
                </a:cubicBezTo>
                <a:cubicBezTo>
                  <a:pt x="1270000" y="762000"/>
                  <a:pt x="1276064" y="754951"/>
                  <a:pt x="1280160" y="746760"/>
                </a:cubicBezTo>
                <a:cubicBezTo>
                  <a:pt x="1283752" y="739576"/>
                  <a:pt x="1279748" y="723900"/>
                  <a:pt x="1287780" y="723900"/>
                </a:cubicBezTo>
                <a:cubicBezTo>
                  <a:pt x="1298556" y="723900"/>
                  <a:pt x="1303020" y="739140"/>
                  <a:pt x="1310640" y="746760"/>
                </a:cubicBezTo>
                <a:cubicBezTo>
                  <a:pt x="1314233" y="757540"/>
                  <a:pt x="1325880" y="790532"/>
                  <a:pt x="1325880" y="800100"/>
                </a:cubicBezTo>
                <a:cubicBezTo>
                  <a:pt x="1325880" y="809668"/>
                  <a:pt x="1314233" y="842660"/>
                  <a:pt x="1310640" y="853440"/>
                </a:cubicBezTo>
                <a:cubicBezTo>
                  <a:pt x="1315720" y="863600"/>
                  <a:pt x="1323787" y="872755"/>
                  <a:pt x="1325880" y="883920"/>
                </a:cubicBezTo>
                <a:cubicBezTo>
                  <a:pt x="1345216" y="987048"/>
                  <a:pt x="1301582" y="964721"/>
                  <a:pt x="1356360" y="982980"/>
                </a:cubicBezTo>
                <a:cubicBezTo>
                  <a:pt x="1361440" y="972820"/>
                  <a:pt x="1370933" y="963840"/>
                  <a:pt x="1371600" y="952500"/>
                </a:cubicBezTo>
                <a:cubicBezTo>
                  <a:pt x="1375718" y="882494"/>
                  <a:pt x="1371456" y="875869"/>
                  <a:pt x="1356360" y="830580"/>
                </a:cubicBezTo>
                <a:cubicBezTo>
                  <a:pt x="1358900" y="817880"/>
                  <a:pt x="1355689" y="802430"/>
                  <a:pt x="1363980" y="792480"/>
                </a:cubicBezTo>
                <a:cubicBezTo>
                  <a:pt x="1370684" y="784435"/>
                  <a:pt x="1384834" y="788985"/>
                  <a:pt x="1394460" y="784860"/>
                </a:cubicBezTo>
                <a:cubicBezTo>
                  <a:pt x="1402878" y="781252"/>
                  <a:pt x="1409700" y="774700"/>
                  <a:pt x="1417320" y="769620"/>
                </a:cubicBezTo>
                <a:cubicBezTo>
                  <a:pt x="1397000" y="708660"/>
                  <a:pt x="1427480" y="779780"/>
                  <a:pt x="1386840" y="739140"/>
                </a:cubicBezTo>
                <a:cubicBezTo>
                  <a:pt x="1378808" y="731108"/>
                  <a:pt x="1376680" y="718820"/>
                  <a:pt x="1371600" y="708660"/>
                </a:cubicBezTo>
                <a:cubicBezTo>
                  <a:pt x="1379220" y="703580"/>
                  <a:pt x="1385394" y="694715"/>
                  <a:pt x="1394460" y="693420"/>
                </a:cubicBezTo>
                <a:cubicBezTo>
                  <a:pt x="1401158" y="692463"/>
                  <a:pt x="1439221" y="705800"/>
                  <a:pt x="1447800" y="708660"/>
                </a:cubicBezTo>
                <a:cubicBezTo>
                  <a:pt x="1452880" y="698500"/>
                  <a:pt x="1461910" y="689483"/>
                  <a:pt x="1463040" y="678180"/>
                </a:cubicBezTo>
                <a:cubicBezTo>
                  <a:pt x="1464577" y="662806"/>
                  <a:pt x="1463085" y="645875"/>
                  <a:pt x="1455420" y="632460"/>
                </a:cubicBezTo>
                <a:cubicBezTo>
                  <a:pt x="1451435" y="625486"/>
                  <a:pt x="1440283" y="627047"/>
                  <a:pt x="1432560" y="624840"/>
                </a:cubicBezTo>
                <a:cubicBezTo>
                  <a:pt x="1422490" y="621963"/>
                  <a:pt x="1412240" y="619760"/>
                  <a:pt x="1402080" y="617220"/>
                </a:cubicBezTo>
                <a:cubicBezTo>
                  <a:pt x="1399540" y="607060"/>
                  <a:pt x="1396182" y="597070"/>
                  <a:pt x="1394460" y="586740"/>
                </a:cubicBezTo>
                <a:cubicBezTo>
                  <a:pt x="1391093" y="566540"/>
                  <a:pt x="1391807" y="545647"/>
                  <a:pt x="1386840" y="525780"/>
                </a:cubicBezTo>
                <a:cubicBezTo>
                  <a:pt x="1384085" y="514760"/>
                  <a:pt x="1375588" y="505936"/>
                  <a:pt x="1371600" y="495300"/>
                </a:cubicBezTo>
                <a:cubicBezTo>
                  <a:pt x="1367923" y="485494"/>
                  <a:pt x="1366520" y="474980"/>
                  <a:pt x="1363980" y="464820"/>
                </a:cubicBezTo>
                <a:cubicBezTo>
                  <a:pt x="1422918" y="425528"/>
                  <a:pt x="1359748" y="462159"/>
                  <a:pt x="1501140" y="441960"/>
                </a:cubicBezTo>
                <a:cubicBezTo>
                  <a:pt x="1517043" y="439688"/>
                  <a:pt x="1531620" y="431800"/>
                  <a:pt x="1546860" y="426720"/>
                </a:cubicBezTo>
                <a:cubicBezTo>
                  <a:pt x="1575876" y="417048"/>
                  <a:pt x="1607820" y="421640"/>
                  <a:pt x="1638300" y="419100"/>
                </a:cubicBezTo>
                <a:cubicBezTo>
                  <a:pt x="1648460" y="411480"/>
                  <a:pt x="1657753" y="402541"/>
                  <a:pt x="1668780" y="396240"/>
                </a:cubicBezTo>
                <a:cubicBezTo>
                  <a:pt x="1675754" y="392255"/>
                  <a:pt x="1683717" y="389940"/>
                  <a:pt x="1691640" y="388620"/>
                </a:cubicBezTo>
                <a:cubicBezTo>
                  <a:pt x="1729554" y="382301"/>
                  <a:pt x="1767840" y="378460"/>
                  <a:pt x="1805940" y="373380"/>
                </a:cubicBezTo>
                <a:cubicBezTo>
                  <a:pt x="1803400" y="353060"/>
                  <a:pt x="1801983" y="332568"/>
                  <a:pt x="1798320" y="312420"/>
                </a:cubicBezTo>
                <a:cubicBezTo>
                  <a:pt x="1796883" y="304517"/>
                  <a:pt x="1795718" y="295832"/>
                  <a:pt x="1790700" y="289560"/>
                </a:cubicBezTo>
                <a:cubicBezTo>
                  <a:pt x="1784979" y="282409"/>
                  <a:pt x="1775460" y="279400"/>
                  <a:pt x="1767840" y="274320"/>
                </a:cubicBezTo>
                <a:cubicBezTo>
                  <a:pt x="1748113" y="234865"/>
                  <a:pt x="1746358" y="236865"/>
                  <a:pt x="1737360" y="182880"/>
                </a:cubicBezTo>
                <a:cubicBezTo>
                  <a:pt x="1734726" y="167078"/>
                  <a:pt x="1728940" y="124868"/>
                  <a:pt x="1722120" y="106680"/>
                </a:cubicBezTo>
                <a:cubicBezTo>
                  <a:pt x="1718132" y="96044"/>
                  <a:pt x="1712516" y="86063"/>
                  <a:pt x="1706880" y="76200"/>
                </a:cubicBezTo>
                <a:cubicBezTo>
                  <a:pt x="1702336" y="68249"/>
                  <a:pt x="1698791" y="59061"/>
                  <a:pt x="1691640" y="53340"/>
                </a:cubicBezTo>
                <a:cubicBezTo>
                  <a:pt x="1685368" y="48322"/>
                  <a:pt x="1676400" y="48260"/>
                  <a:pt x="1668780" y="45720"/>
                </a:cubicBezTo>
                <a:cubicBezTo>
                  <a:pt x="1661160" y="38100"/>
                  <a:pt x="1654886" y="28838"/>
                  <a:pt x="1645920" y="22860"/>
                </a:cubicBezTo>
                <a:cubicBezTo>
                  <a:pt x="1586569" y="-16707"/>
                  <a:pt x="1655282" y="47462"/>
                  <a:pt x="1607820" y="0"/>
                </a:cubicBezTo>
              </a:path>
            </a:pathLst>
          </a:cu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눈물 방울 5">
            <a:extLst>
              <a:ext uri="{FF2B5EF4-FFF2-40B4-BE49-F238E27FC236}">
                <a16:creationId xmlns:a16="http://schemas.microsoft.com/office/drawing/2014/main" id="{45F992AA-9CE5-C8FC-E789-7878DA1FD175}"/>
              </a:ext>
            </a:extLst>
          </p:cNvPr>
          <p:cNvSpPr/>
          <p:nvPr/>
        </p:nvSpPr>
        <p:spPr>
          <a:xfrm rot="8096280">
            <a:off x="1926871" y="2777680"/>
            <a:ext cx="153162" cy="153162"/>
          </a:xfrm>
          <a:prstGeom prst="teardrop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B9605943-4D57-EEC0-69DB-EA9F46999982}"/>
              </a:ext>
            </a:extLst>
          </p:cNvPr>
          <p:cNvSpPr/>
          <p:nvPr/>
        </p:nvSpPr>
        <p:spPr>
          <a:xfrm>
            <a:off x="1969992" y="2820840"/>
            <a:ext cx="66843" cy="66843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6B1D937E-94F7-57DF-8BB9-AF8162C9743E}"/>
              </a:ext>
            </a:extLst>
          </p:cNvPr>
          <p:cNvGrpSpPr/>
          <p:nvPr/>
        </p:nvGrpSpPr>
        <p:grpSpPr>
          <a:xfrm>
            <a:off x="2036835" y="2710754"/>
            <a:ext cx="813043" cy="291264"/>
            <a:chOff x="-1685056" y="3713846"/>
            <a:chExt cx="813043" cy="291264"/>
          </a:xfrm>
        </p:grpSpPr>
        <p:sp>
          <p:nvSpPr>
            <p:cNvPr id="16" name="말풍선: 모서리가 둥근 사각형 15">
              <a:extLst>
                <a:ext uri="{FF2B5EF4-FFF2-40B4-BE49-F238E27FC236}">
                  <a16:creationId xmlns:a16="http://schemas.microsoft.com/office/drawing/2014/main" id="{832B9E92-17E9-8C26-4876-FA2C5BDF623E}"/>
                </a:ext>
              </a:extLst>
            </p:cNvPr>
            <p:cNvSpPr/>
            <p:nvPr/>
          </p:nvSpPr>
          <p:spPr>
            <a:xfrm>
              <a:off x="-1615440" y="3713846"/>
              <a:ext cx="685800" cy="291264"/>
            </a:xfrm>
            <a:prstGeom prst="wedgeRoundRectCallout">
              <a:avLst>
                <a:gd name="adj1" fmla="val -23611"/>
                <a:gd name="adj2" fmla="val 50237"/>
                <a:gd name="adj3" fmla="val 16667"/>
              </a:avLst>
            </a:prstGeom>
            <a:solidFill>
              <a:srgbClr val="FFD966">
                <a:alpha val="60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ABB49D5A-CDA5-BCD4-2717-5C049B35516A}"/>
                </a:ext>
              </a:extLst>
            </p:cNvPr>
            <p:cNvSpPr txBox="1"/>
            <p:nvPr/>
          </p:nvSpPr>
          <p:spPr>
            <a:xfrm>
              <a:off x="-1685056" y="3739839"/>
              <a:ext cx="813043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b="1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경유지 추가</a:t>
              </a:r>
            </a:p>
          </p:txBody>
        </p:sp>
      </p:grpSp>
      <p:sp>
        <p:nvSpPr>
          <p:cNvPr id="5" name="직사각형 4">
            <a:extLst>
              <a:ext uri="{FF2B5EF4-FFF2-40B4-BE49-F238E27FC236}">
                <a16:creationId xmlns:a16="http://schemas.microsoft.com/office/drawing/2014/main" id="{9ECE302C-42D5-4A13-7640-EF072AE2B4D3}"/>
              </a:ext>
            </a:extLst>
          </p:cNvPr>
          <p:cNvSpPr/>
          <p:nvPr/>
        </p:nvSpPr>
        <p:spPr>
          <a:xfrm>
            <a:off x="3102174" y="1926236"/>
            <a:ext cx="185339" cy="2055328"/>
          </a:xfrm>
          <a:prstGeom prst="rect">
            <a:avLst/>
          </a:prstGeom>
          <a:pattFill prst="dkHorz">
            <a:fgClr>
              <a:srgbClr val="FFFFFF"/>
            </a:fgClr>
            <a:bgClr>
              <a:schemeClr val="accent2"/>
            </a:bgClr>
          </a:pattFill>
          <a:ln>
            <a:solidFill>
              <a:schemeClr val="bg1"/>
            </a:solidFill>
          </a:ln>
          <a:effectLst>
            <a:softEdge rad="31750"/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63235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084825-967F-C57C-D1D4-AE32726A0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제목 1">
            <a:extLst>
              <a:ext uri="{FF2B5EF4-FFF2-40B4-BE49-F238E27FC236}">
                <a16:creationId xmlns:a16="http://schemas.microsoft.com/office/drawing/2014/main" id="{3954AC78-7462-5376-0615-F72F63287BBC}"/>
              </a:ext>
            </a:extLst>
          </p:cNvPr>
          <p:cNvSpPr txBox="1">
            <a:spLocks/>
          </p:cNvSpPr>
          <p:nvPr/>
        </p:nvSpPr>
        <p:spPr>
          <a:xfrm>
            <a:off x="3759198" y="41275"/>
            <a:ext cx="7594601" cy="7778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200"/>
              <a:t>내비게이션</a:t>
            </a:r>
            <a:r>
              <a:rPr lang="en-US" altLang="ko-KR" sz="3200"/>
              <a:t> </a:t>
            </a:r>
            <a:r>
              <a:rPr lang="ko-KR" altLang="en-US" sz="3200"/>
              <a:t>화면 </a:t>
            </a:r>
            <a:r>
              <a:rPr lang="en-US" altLang="ko-KR" sz="3200"/>
              <a:t>(</a:t>
            </a:r>
            <a:r>
              <a:rPr lang="ko-KR" altLang="en-US" sz="3200"/>
              <a:t>주행뷰</a:t>
            </a:r>
            <a:r>
              <a:rPr lang="en-US" altLang="ko-KR" sz="3200"/>
              <a:t> </a:t>
            </a:r>
            <a:r>
              <a:rPr lang="ko-KR" altLang="en-US" sz="3200"/>
              <a:t>설정</a:t>
            </a:r>
            <a:r>
              <a:rPr lang="en-US" altLang="ko-KR" sz="3200"/>
              <a:t>)</a:t>
            </a:r>
            <a:endParaRPr lang="ko-KR" altLang="en-US" sz="3200"/>
          </a:p>
        </p:txBody>
      </p:sp>
      <p:sp>
        <p:nvSpPr>
          <p:cNvPr id="1085" name="TextBox 1084">
            <a:extLst>
              <a:ext uri="{FF2B5EF4-FFF2-40B4-BE49-F238E27FC236}">
                <a16:creationId xmlns:a16="http://schemas.microsoft.com/office/drawing/2014/main" id="{5F1BED26-19DD-9C32-ED08-212B8EC155A2}"/>
              </a:ext>
            </a:extLst>
          </p:cNvPr>
          <p:cNvSpPr txBox="1"/>
          <p:nvPr/>
        </p:nvSpPr>
        <p:spPr>
          <a:xfrm>
            <a:off x="3804653" y="829238"/>
            <a:ext cx="8358771" cy="4609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/>
              <a:t>OSM </a:t>
            </a:r>
            <a:r>
              <a:rPr lang="ko-KR" altLang="en-US"/>
              <a:t>지도를 기반으로 한 내비게이션 화면</a:t>
            </a:r>
            <a:endParaRPr lang="en-US" altLang="ko-KR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/>
              <a:t>기존 내비와 유사</a:t>
            </a:r>
            <a:r>
              <a:rPr lang="en-US" altLang="ko-KR"/>
              <a:t>. </a:t>
            </a:r>
            <a:r>
              <a:rPr lang="ko-KR" altLang="en-US"/>
              <a:t>내 위치가 중앙 하단</a:t>
            </a:r>
            <a:r>
              <a:rPr lang="en-US" altLang="ko-KR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/>
              <a:t>지도 확장</a:t>
            </a:r>
            <a:r>
              <a:rPr lang="en-US" altLang="ko-KR"/>
              <a:t>/</a:t>
            </a:r>
            <a:r>
              <a:rPr lang="ko-KR" altLang="en-US"/>
              <a:t>축소</a:t>
            </a:r>
            <a:r>
              <a:rPr lang="en-US" altLang="ko-KR"/>
              <a:t>/</a:t>
            </a:r>
            <a:r>
              <a:rPr lang="ko-KR" altLang="en-US"/>
              <a:t>이동하면 </a:t>
            </a:r>
            <a:r>
              <a:rPr lang="en-US" altLang="ko-KR"/>
              <a:t>15</a:t>
            </a:r>
            <a:r>
              <a:rPr lang="ko-KR" altLang="en-US"/>
              <a:t>초 이후 원래 내 위치 중심으로 복귀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/>
              <a:t>화면 상단부 </a:t>
            </a:r>
            <a:r>
              <a:rPr lang="en-US" altLang="ko-KR"/>
              <a:t>: </a:t>
            </a:r>
            <a:r>
              <a:rPr lang="ko-KR" altLang="en-US"/>
              <a:t>다음 회전 방향 표시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/>
              <a:t>화면 왼쪽 상단부 </a:t>
            </a:r>
            <a:r>
              <a:rPr lang="en-US" altLang="ko-KR"/>
              <a:t>: </a:t>
            </a:r>
            <a:r>
              <a:rPr lang="ko-KR" altLang="en-US"/>
              <a:t>속도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/>
              <a:t>화면 왼쪽 중간쯤 </a:t>
            </a:r>
            <a:r>
              <a:rPr lang="en-US" altLang="ko-KR"/>
              <a:t>: </a:t>
            </a:r>
            <a:r>
              <a:rPr lang="ko-KR" altLang="en-US"/>
              <a:t>정북뷰 </a:t>
            </a:r>
            <a:r>
              <a:rPr lang="en-US" altLang="ko-KR"/>
              <a:t>/ </a:t>
            </a:r>
            <a:r>
              <a:rPr lang="ko-KR" altLang="en-US"/>
              <a:t>주행뷰 전환 기능 </a:t>
            </a:r>
            <a:r>
              <a:rPr lang="en-US" altLang="ko-KR"/>
              <a:t>(</a:t>
            </a:r>
            <a:r>
              <a:rPr lang="ko-KR" altLang="en-US"/>
              <a:t>나침반 아이콘</a:t>
            </a:r>
            <a:r>
              <a:rPr lang="en-US" altLang="ko-KR"/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/>
              <a:t>화면 오른쪽 내 위치 아이콘 </a:t>
            </a:r>
            <a:r>
              <a:rPr lang="en-US" altLang="ko-KR"/>
              <a:t>(</a:t>
            </a:r>
            <a:r>
              <a:rPr lang="ko-KR" altLang="en-US"/>
              <a:t>누르면 내 위치로 이동</a:t>
            </a:r>
            <a:r>
              <a:rPr lang="en-US" altLang="ko-KR"/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/>
              <a:t>화면 오른쪽 하단부 </a:t>
            </a:r>
            <a:r>
              <a:rPr lang="en-US" altLang="ko-KR"/>
              <a:t>: + - </a:t>
            </a:r>
            <a:r>
              <a:rPr lang="ko-KR" altLang="en-US"/>
              <a:t>버튼 </a:t>
            </a:r>
            <a:r>
              <a:rPr lang="en-US" altLang="ko-KR"/>
              <a:t>(</a:t>
            </a:r>
            <a:r>
              <a:rPr lang="ko-KR" altLang="en-US"/>
              <a:t>화면 확대 축소</a:t>
            </a:r>
            <a:r>
              <a:rPr lang="en-US" altLang="ko-KR"/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/>
              <a:t>화면 오른쪽 길게 </a:t>
            </a:r>
            <a:r>
              <a:rPr lang="en-US" altLang="ko-KR"/>
              <a:t>: </a:t>
            </a:r>
            <a:r>
              <a:rPr lang="ko-KR" altLang="en-US"/>
              <a:t>낮시간 표시 바</a:t>
            </a:r>
            <a:endParaRPr lang="en-US" altLang="ko-KR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/>
              <a:t>하단부 인포메이션</a:t>
            </a:r>
            <a:r>
              <a:rPr lang="en-US" altLang="ko-KR"/>
              <a:t>: </a:t>
            </a:r>
            <a:r>
              <a:rPr lang="ko-KR" altLang="en-US"/>
              <a:t>새로고침</a:t>
            </a:r>
            <a:r>
              <a:rPr lang="en-US" altLang="ko-KR"/>
              <a:t>, </a:t>
            </a:r>
            <a:r>
              <a:rPr lang="ko-KR" altLang="en-US"/>
              <a:t>도착시간</a:t>
            </a:r>
            <a:r>
              <a:rPr lang="en-US" altLang="ko-KR"/>
              <a:t> / </a:t>
            </a:r>
            <a:r>
              <a:rPr lang="ko-KR" altLang="en-US"/>
              <a:t>남은거리 표시</a:t>
            </a:r>
            <a:endParaRPr lang="en-US" altLang="ko-KR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/>
              <a:t>이 화면에는 광고를 넣지 않는다</a:t>
            </a:r>
            <a:r>
              <a:rPr lang="en-US" altLang="ko-KR"/>
              <a:t>!!!</a:t>
            </a:r>
            <a:endParaRPr lang="ko-KR" altLang="en-US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873E8388-4CF7-C249-2E87-6C1A2D41574C}"/>
              </a:ext>
            </a:extLst>
          </p:cNvPr>
          <p:cNvGrpSpPr/>
          <p:nvPr/>
        </p:nvGrpSpPr>
        <p:grpSpPr>
          <a:xfrm>
            <a:off x="159656" y="180862"/>
            <a:ext cx="3599543" cy="6496276"/>
            <a:chOff x="159656" y="180862"/>
            <a:chExt cx="3599543" cy="6496276"/>
          </a:xfrm>
        </p:grpSpPr>
        <p:pic>
          <p:nvPicPr>
            <p:cNvPr id="3" name="Picture 4" descr="삼성 갤럭시 A34(OMD-SM-A346N) | U+유모바일">
              <a:extLst>
                <a:ext uri="{FF2B5EF4-FFF2-40B4-BE49-F238E27FC236}">
                  <a16:creationId xmlns:a16="http://schemas.microsoft.com/office/drawing/2014/main" id="{2FB13B05-77A7-E577-5A7C-C8607517ECA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566" r="22025"/>
            <a:stretch>
              <a:fillRect/>
            </a:stretch>
          </p:blipFill>
          <p:spPr bwMode="auto">
            <a:xfrm>
              <a:off x="159656" y="180862"/>
              <a:ext cx="3599543" cy="649627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EA142551-CE40-6414-4ED7-F30BB467BC1F}"/>
                </a:ext>
              </a:extLst>
            </p:cNvPr>
            <p:cNvSpPr/>
            <p:nvPr/>
          </p:nvSpPr>
          <p:spPr>
            <a:xfrm>
              <a:off x="508000" y="333829"/>
              <a:ext cx="2859315" cy="6168571"/>
            </a:xfrm>
            <a:prstGeom prst="roundRect">
              <a:avLst>
                <a:gd name="adj" fmla="val 10068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8" name="그림 7">
            <a:extLst>
              <a:ext uri="{FF2B5EF4-FFF2-40B4-BE49-F238E27FC236}">
                <a16:creationId xmlns:a16="http://schemas.microsoft.com/office/drawing/2014/main" id="{44145DDB-4998-6B62-6B12-706809A01A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49" t="157" r="149" b="-157"/>
          <a:stretch>
            <a:fillRect/>
          </a:stretch>
        </p:blipFill>
        <p:spPr>
          <a:xfrm>
            <a:off x="538002" y="355600"/>
            <a:ext cx="2829313" cy="6130177"/>
          </a:xfrm>
          <a:prstGeom prst="rect">
            <a:avLst/>
          </a:prstGeom>
        </p:spPr>
      </p:pic>
      <p:pic>
        <p:nvPicPr>
          <p:cNvPr id="1114" name="그림 1113">
            <a:extLst>
              <a:ext uri="{FF2B5EF4-FFF2-40B4-BE49-F238E27FC236}">
                <a16:creationId xmlns:a16="http://schemas.microsoft.com/office/drawing/2014/main" id="{8993E5CA-9AD2-E270-31AE-1D1B64106C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56205" y="4423302"/>
            <a:ext cx="251185" cy="25836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16" name="그림 1115">
            <a:extLst>
              <a:ext uri="{FF2B5EF4-FFF2-40B4-BE49-F238E27FC236}">
                <a16:creationId xmlns:a16="http://schemas.microsoft.com/office/drawing/2014/main" id="{3F4F23E8-1E79-3118-C003-7DE42591C6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56206" y="4736955"/>
            <a:ext cx="247705" cy="1330527"/>
          </a:xfrm>
          <a:prstGeom prst="rect">
            <a:avLst/>
          </a:prstGeom>
        </p:spPr>
      </p:pic>
      <p:sp>
        <p:nvSpPr>
          <p:cNvPr id="1120" name="직사각형 1119">
            <a:extLst>
              <a:ext uri="{FF2B5EF4-FFF2-40B4-BE49-F238E27FC236}">
                <a16:creationId xmlns:a16="http://schemas.microsoft.com/office/drawing/2014/main" id="{86429259-E23F-541A-CF3A-48706210E0B0}"/>
              </a:ext>
            </a:extLst>
          </p:cNvPr>
          <p:cNvSpPr/>
          <p:nvPr/>
        </p:nvSpPr>
        <p:spPr>
          <a:xfrm>
            <a:off x="3087307" y="1440659"/>
            <a:ext cx="216604" cy="2564451"/>
          </a:xfrm>
          <a:prstGeom prst="rect">
            <a:avLst/>
          </a:prstGeom>
          <a:solidFill>
            <a:srgbClr val="FFFFFF">
              <a:alpha val="69804"/>
            </a:srgbClr>
          </a:solidFill>
          <a:ln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18" name="그래픽 1117" descr="일">
            <a:extLst>
              <a:ext uri="{FF2B5EF4-FFF2-40B4-BE49-F238E27FC236}">
                <a16:creationId xmlns:a16="http://schemas.microsoft.com/office/drawing/2014/main" id="{B6C60F59-F48A-0534-D9B1-EF9F1B7E915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069883" y="1471543"/>
            <a:ext cx="258362" cy="258362"/>
          </a:xfrm>
          <a:prstGeom prst="rect">
            <a:avLst/>
          </a:prstGeom>
        </p:spPr>
      </p:pic>
      <p:pic>
        <p:nvPicPr>
          <p:cNvPr id="1026" name="Picture 2" descr="나침반 아이콘">
            <a:extLst>
              <a:ext uri="{FF2B5EF4-FFF2-40B4-BE49-F238E27FC236}">
                <a16:creationId xmlns:a16="http://schemas.microsoft.com/office/drawing/2014/main" id="{18875B23-7F1D-3037-CC7B-89E40087CD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981" y="2737060"/>
            <a:ext cx="492942" cy="492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타원 8">
            <a:extLst>
              <a:ext uri="{FF2B5EF4-FFF2-40B4-BE49-F238E27FC236}">
                <a16:creationId xmlns:a16="http://schemas.microsoft.com/office/drawing/2014/main" id="{A9F5DD3D-C987-4F42-4835-58F9E3F524E1}"/>
              </a:ext>
            </a:extLst>
          </p:cNvPr>
          <p:cNvSpPr/>
          <p:nvPr/>
        </p:nvSpPr>
        <p:spPr>
          <a:xfrm>
            <a:off x="2772451" y="605423"/>
            <a:ext cx="594864" cy="548799"/>
          </a:xfrm>
          <a:prstGeom prst="ellipse">
            <a:avLst/>
          </a:prstGeom>
          <a:solidFill>
            <a:srgbClr val="E1EBF5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A83659B-FE1B-AC54-F2F4-EA4B0CC44ACA}"/>
              </a:ext>
            </a:extLst>
          </p:cNvPr>
          <p:cNvSpPr/>
          <p:nvPr/>
        </p:nvSpPr>
        <p:spPr>
          <a:xfrm>
            <a:off x="3102174" y="1926236"/>
            <a:ext cx="185339" cy="2055328"/>
          </a:xfrm>
          <a:prstGeom prst="rect">
            <a:avLst/>
          </a:prstGeom>
          <a:pattFill prst="dkHorz">
            <a:fgClr>
              <a:srgbClr val="FFFFFF"/>
            </a:fgClr>
            <a:bgClr>
              <a:schemeClr val="accent2"/>
            </a:bgClr>
          </a:pattFill>
          <a:ln>
            <a:solidFill>
              <a:schemeClr val="bg1"/>
            </a:solidFill>
          </a:ln>
          <a:effectLst>
            <a:softEdge rad="31750"/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38896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3D756D-7BF6-88FB-7E93-AD7476999B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제목 1">
            <a:extLst>
              <a:ext uri="{FF2B5EF4-FFF2-40B4-BE49-F238E27FC236}">
                <a16:creationId xmlns:a16="http://schemas.microsoft.com/office/drawing/2014/main" id="{53E47324-A94B-910D-AE63-86409946E339}"/>
              </a:ext>
            </a:extLst>
          </p:cNvPr>
          <p:cNvSpPr txBox="1">
            <a:spLocks/>
          </p:cNvSpPr>
          <p:nvPr/>
        </p:nvSpPr>
        <p:spPr>
          <a:xfrm>
            <a:off x="3759198" y="41275"/>
            <a:ext cx="7594601" cy="7778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200"/>
              <a:t>내비게이션</a:t>
            </a:r>
            <a:r>
              <a:rPr lang="en-US" altLang="ko-KR" sz="3200"/>
              <a:t> </a:t>
            </a:r>
            <a:r>
              <a:rPr lang="ko-KR" altLang="en-US" sz="3200"/>
              <a:t>화면 </a:t>
            </a:r>
            <a:r>
              <a:rPr lang="en-US" altLang="ko-KR" sz="3200"/>
              <a:t>(</a:t>
            </a:r>
            <a:r>
              <a:rPr lang="ko-KR" altLang="en-US" sz="3200"/>
              <a:t>정북뷰</a:t>
            </a:r>
            <a:r>
              <a:rPr lang="en-US" altLang="ko-KR" sz="3200"/>
              <a:t> </a:t>
            </a:r>
            <a:r>
              <a:rPr lang="ko-KR" altLang="en-US" sz="3200"/>
              <a:t>설정</a:t>
            </a:r>
            <a:r>
              <a:rPr lang="en-US" altLang="ko-KR" sz="3200"/>
              <a:t>)</a:t>
            </a:r>
            <a:endParaRPr lang="ko-KR" altLang="en-US" sz="3200"/>
          </a:p>
        </p:txBody>
      </p:sp>
      <p:sp>
        <p:nvSpPr>
          <p:cNvPr id="1085" name="TextBox 1084">
            <a:extLst>
              <a:ext uri="{FF2B5EF4-FFF2-40B4-BE49-F238E27FC236}">
                <a16:creationId xmlns:a16="http://schemas.microsoft.com/office/drawing/2014/main" id="{14EBAB1F-C8EE-CD20-D88B-8D4C91DE4090}"/>
              </a:ext>
            </a:extLst>
          </p:cNvPr>
          <p:cNvSpPr txBox="1"/>
          <p:nvPr/>
        </p:nvSpPr>
        <p:spPr>
          <a:xfrm>
            <a:off x="3804653" y="829238"/>
            <a:ext cx="8358771" cy="4193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/>
              <a:t>OSM </a:t>
            </a:r>
            <a:r>
              <a:rPr lang="ko-KR" altLang="en-US"/>
              <a:t>지도를 기반으로 한 내비게이션 화면</a:t>
            </a:r>
            <a:endParaRPr lang="en-US" altLang="ko-KR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/>
              <a:t>기존 내비와 유사</a:t>
            </a:r>
            <a:r>
              <a:rPr lang="en-US" altLang="ko-KR"/>
              <a:t>. </a:t>
            </a:r>
            <a:r>
              <a:rPr lang="ko-KR" altLang="en-US"/>
              <a:t>내 위치가 중앙 하단</a:t>
            </a:r>
            <a:r>
              <a:rPr lang="en-US" altLang="ko-KR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/>
              <a:t>지도 확장</a:t>
            </a:r>
            <a:r>
              <a:rPr lang="en-US" altLang="ko-KR"/>
              <a:t>/</a:t>
            </a:r>
            <a:r>
              <a:rPr lang="ko-KR" altLang="en-US"/>
              <a:t>축소</a:t>
            </a:r>
            <a:r>
              <a:rPr lang="en-US" altLang="ko-KR"/>
              <a:t>/</a:t>
            </a:r>
            <a:r>
              <a:rPr lang="ko-KR" altLang="en-US"/>
              <a:t>이동하면 </a:t>
            </a:r>
            <a:r>
              <a:rPr lang="en-US" altLang="ko-KR"/>
              <a:t>15</a:t>
            </a:r>
            <a:r>
              <a:rPr lang="ko-KR" altLang="en-US"/>
              <a:t>초 이후 원래 내 위치 중심으로 복귀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/>
              <a:t>화면 상단부 </a:t>
            </a:r>
            <a:r>
              <a:rPr lang="en-US" altLang="ko-KR"/>
              <a:t>: </a:t>
            </a:r>
            <a:r>
              <a:rPr lang="ko-KR" altLang="en-US"/>
              <a:t>다음 회전 방향 표시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/>
              <a:t>화면 왼쪽 상단부 </a:t>
            </a:r>
            <a:r>
              <a:rPr lang="en-US" altLang="ko-KR"/>
              <a:t>: </a:t>
            </a:r>
            <a:r>
              <a:rPr lang="ko-KR" altLang="en-US"/>
              <a:t>속도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/>
              <a:t>화면 왼쪽 중간쯤 </a:t>
            </a:r>
            <a:r>
              <a:rPr lang="en-US" altLang="ko-KR"/>
              <a:t>: </a:t>
            </a:r>
            <a:r>
              <a:rPr lang="ko-KR" altLang="en-US"/>
              <a:t>정북 </a:t>
            </a:r>
            <a:r>
              <a:rPr lang="en-US" altLang="ko-KR"/>
              <a:t>/ </a:t>
            </a:r>
            <a:r>
              <a:rPr lang="ko-KR" altLang="en-US"/>
              <a:t>주행방향 전환 기능 </a:t>
            </a:r>
            <a:r>
              <a:rPr lang="en-US" altLang="ko-KR"/>
              <a:t>(</a:t>
            </a:r>
            <a:r>
              <a:rPr lang="ko-KR" altLang="en-US"/>
              <a:t>나침반 아이콘</a:t>
            </a:r>
            <a:r>
              <a:rPr lang="en-US" altLang="ko-KR"/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/>
              <a:t>화면 오른쪽 내 위치 아이콘 </a:t>
            </a:r>
            <a:r>
              <a:rPr lang="en-US" altLang="ko-KR"/>
              <a:t>(</a:t>
            </a:r>
            <a:r>
              <a:rPr lang="ko-KR" altLang="en-US"/>
              <a:t>누르면 내 위치로 이동</a:t>
            </a:r>
            <a:r>
              <a:rPr lang="en-US" altLang="ko-KR"/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/>
              <a:t>화면 오른쪽 하단부 </a:t>
            </a:r>
            <a:r>
              <a:rPr lang="en-US" altLang="ko-KR"/>
              <a:t>: + - </a:t>
            </a:r>
            <a:r>
              <a:rPr lang="ko-KR" altLang="en-US"/>
              <a:t>버튼 </a:t>
            </a:r>
            <a:r>
              <a:rPr lang="en-US" altLang="ko-KR"/>
              <a:t>(</a:t>
            </a:r>
            <a:r>
              <a:rPr lang="ko-KR" altLang="en-US"/>
              <a:t>화면 확대 축소</a:t>
            </a:r>
            <a:r>
              <a:rPr lang="en-US" altLang="ko-KR"/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/>
              <a:t>화면 오른쪽 길게 </a:t>
            </a:r>
            <a:r>
              <a:rPr lang="en-US" altLang="ko-KR"/>
              <a:t>: </a:t>
            </a:r>
            <a:r>
              <a:rPr lang="ko-KR" altLang="en-US"/>
              <a:t>낮시간 표시 바</a:t>
            </a:r>
            <a:endParaRPr lang="en-US" altLang="ko-KR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/>
              <a:t>하단부 인포메이션</a:t>
            </a:r>
            <a:r>
              <a:rPr lang="en-US" altLang="ko-KR"/>
              <a:t>: </a:t>
            </a:r>
            <a:r>
              <a:rPr lang="ko-KR" altLang="en-US"/>
              <a:t>새로고침</a:t>
            </a:r>
            <a:r>
              <a:rPr lang="en-US" altLang="ko-KR"/>
              <a:t>, </a:t>
            </a:r>
            <a:r>
              <a:rPr lang="ko-KR" altLang="en-US"/>
              <a:t>도착시간</a:t>
            </a:r>
            <a:r>
              <a:rPr lang="en-US" altLang="ko-KR"/>
              <a:t> / </a:t>
            </a:r>
            <a:r>
              <a:rPr lang="ko-KR" altLang="en-US"/>
              <a:t>남은거리 표시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09439087-9736-011B-F07C-90961492ACF3}"/>
              </a:ext>
            </a:extLst>
          </p:cNvPr>
          <p:cNvGrpSpPr/>
          <p:nvPr/>
        </p:nvGrpSpPr>
        <p:grpSpPr>
          <a:xfrm>
            <a:off x="159656" y="180862"/>
            <a:ext cx="3599543" cy="6496276"/>
            <a:chOff x="159656" y="180862"/>
            <a:chExt cx="3599543" cy="6496276"/>
          </a:xfrm>
        </p:grpSpPr>
        <p:pic>
          <p:nvPicPr>
            <p:cNvPr id="3" name="Picture 4" descr="삼성 갤럭시 A34(OMD-SM-A346N) | U+유모바일">
              <a:extLst>
                <a:ext uri="{FF2B5EF4-FFF2-40B4-BE49-F238E27FC236}">
                  <a16:creationId xmlns:a16="http://schemas.microsoft.com/office/drawing/2014/main" id="{69C2890C-477A-79C9-59F6-E5B17844CAC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566" r="22025"/>
            <a:stretch>
              <a:fillRect/>
            </a:stretch>
          </p:blipFill>
          <p:spPr bwMode="auto">
            <a:xfrm>
              <a:off x="159656" y="180862"/>
              <a:ext cx="3599543" cy="649627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01CA1722-8CC6-FE88-9DDA-894550BC3FA3}"/>
                </a:ext>
              </a:extLst>
            </p:cNvPr>
            <p:cNvSpPr/>
            <p:nvPr/>
          </p:nvSpPr>
          <p:spPr>
            <a:xfrm>
              <a:off x="508000" y="333829"/>
              <a:ext cx="2859315" cy="6168571"/>
            </a:xfrm>
            <a:prstGeom prst="roundRect">
              <a:avLst>
                <a:gd name="adj" fmla="val 10068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8" name="그림 7">
            <a:extLst>
              <a:ext uri="{FF2B5EF4-FFF2-40B4-BE49-F238E27FC236}">
                <a16:creationId xmlns:a16="http://schemas.microsoft.com/office/drawing/2014/main" id="{0A522658-0214-A089-E570-01FDD5DE5F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8002" y="355600"/>
            <a:ext cx="2829313" cy="6130177"/>
          </a:xfrm>
          <a:prstGeom prst="rect">
            <a:avLst/>
          </a:prstGeom>
        </p:spPr>
      </p:pic>
      <p:pic>
        <p:nvPicPr>
          <p:cNvPr id="1114" name="그림 1113">
            <a:extLst>
              <a:ext uri="{FF2B5EF4-FFF2-40B4-BE49-F238E27FC236}">
                <a16:creationId xmlns:a16="http://schemas.microsoft.com/office/drawing/2014/main" id="{8452981E-E653-2291-0B5F-AECEB802A1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56205" y="4423302"/>
            <a:ext cx="251185" cy="25836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16" name="그림 1115">
            <a:extLst>
              <a:ext uri="{FF2B5EF4-FFF2-40B4-BE49-F238E27FC236}">
                <a16:creationId xmlns:a16="http://schemas.microsoft.com/office/drawing/2014/main" id="{42DD7682-4C16-9B86-8CB6-8472156A52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56206" y="4736955"/>
            <a:ext cx="247705" cy="1330527"/>
          </a:xfrm>
          <a:prstGeom prst="rect">
            <a:avLst/>
          </a:prstGeom>
        </p:spPr>
      </p:pic>
      <p:sp>
        <p:nvSpPr>
          <p:cNvPr id="1120" name="직사각형 1119">
            <a:extLst>
              <a:ext uri="{FF2B5EF4-FFF2-40B4-BE49-F238E27FC236}">
                <a16:creationId xmlns:a16="http://schemas.microsoft.com/office/drawing/2014/main" id="{D94CEE86-33B2-2CCD-6454-505049D003D6}"/>
              </a:ext>
            </a:extLst>
          </p:cNvPr>
          <p:cNvSpPr/>
          <p:nvPr/>
        </p:nvSpPr>
        <p:spPr>
          <a:xfrm>
            <a:off x="3087307" y="1440659"/>
            <a:ext cx="216604" cy="2564451"/>
          </a:xfrm>
          <a:prstGeom prst="rect">
            <a:avLst/>
          </a:prstGeom>
          <a:solidFill>
            <a:srgbClr val="FFFFFF">
              <a:alpha val="69804"/>
            </a:srgbClr>
          </a:solidFill>
          <a:ln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18" name="그래픽 1117" descr="일">
            <a:extLst>
              <a:ext uri="{FF2B5EF4-FFF2-40B4-BE49-F238E27FC236}">
                <a16:creationId xmlns:a16="http://schemas.microsoft.com/office/drawing/2014/main" id="{7C986589-02E4-3590-7B66-6026B16B2C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068276" y="1446907"/>
            <a:ext cx="258362" cy="258362"/>
          </a:xfrm>
          <a:prstGeom prst="rect">
            <a:avLst/>
          </a:prstGeom>
        </p:spPr>
      </p:pic>
      <p:pic>
        <p:nvPicPr>
          <p:cNvPr id="1026" name="Picture 2" descr="나침반 아이콘">
            <a:extLst>
              <a:ext uri="{FF2B5EF4-FFF2-40B4-BE49-F238E27FC236}">
                <a16:creationId xmlns:a16="http://schemas.microsoft.com/office/drawing/2014/main" id="{3475D237-B198-FF74-C421-89D0F8B2DD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210927">
            <a:off x="539601" y="2164298"/>
            <a:ext cx="492942" cy="492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D93EC1B7-252A-226C-C2B7-4C01BC41C79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68" t="30684" r="81347" b="64551"/>
          <a:stretch>
            <a:fillRect/>
          </a:stretch>
        </p:blipFill>
        <p:spPr>
          <a:xfrm>
            <a:off x="632083" y="1784232"/>
            <a:ext cx="307977" cy="292126"/>
          </a:xfrm>
          <a:prstGeom prst="rect">
            <a:avLst/>
          </a:prstGeom>
        </p:spPr>
      </p:pic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1F18530E-089A-1C3C-4750-773809C44ADA}"/>
              </a:ext>
            </a:extLst>
          </p:cNvPr>
          <p:cNvSpPr/>
          <p:nvPr/>
        </p:nvSpPr>
        <p:spPr>
          <a:xfrm>
            <a:off x="586629" y="4352192"/>
            <a:ext cx="353431" cy="1143000"/>
          </a:xfrm>
          <a:prstGeom prst="roundRect">
            <a:avLst/>
          </a:prstGeom>
          <a:solidFill>
            <a:srgbClr val="E5E5E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21C83CCC-901E-840D-33FC-705655A01057}"/>
              </a:ext>
            </a:extLst>
          </p:cNvPr>
          <p:cNvSpPr/>
          <p:nvPr/>
        </p:nvSpPr>
        <p:spPr>
          <a:xfrm>
            <a:off x="1443672" y="5169876"/>
            <a:ext cx="1009382" cy="325315"/>
          </a:xfrm>
          <a:prstGeom prst="roundRect">
            <a:avLst/>
          </a:prstGeom>
          <a:solidFill>
            <a:srgbClr val="E5E5E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09F3FA7-C8FB-38DC-FF74-A99D5883527F}"/>
              </a:ext>
            </a:extLst>
          </p:cNvPr>
          <p:cNvSpPr/>
          <p:nvPr/>
        </p:nvSpPr>
        <p:spPr>
          <a:xfrm>
            <a:off x="3102174" y="1926236"/>
            <a:ext cx="185339" cy="2055328"/>
          </a:xfrm>
          <a:prstGeom prst="rect">
            <a:avLst/>
          </a:prstGeom>
          <a:pattFill prst="dkHorz">
            <a:fgClr>
              <a:srgbClr val="FFFFFF"/>
            </a:fgClr>
            <a:bgClr>
              <a:schemeClr val="accent2"/>
            </a:bgClr>
          </a:pattFill>
          <a:ln>
            <a:solidFill>
              <a:schemeClr val="bg1"/>
            </a:solidFill>
          </a:ln>
          <a:effectLst>
            <a:softEdge rad="31750"/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43165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ABCB77-F79B-5A5E-E352-01E507AAF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988FEE09-EF73-6E18-3A28-C578AF72D326}"/>
              </a:ext>
            </a:extLst>
          </p:cNvPr>
          <p:cNvGrpSpPr/>
          <p:nvPr/>
        </p:nvGrpSpPr>
        <p:grpSpPr>
          <a:xfrm>
            <a:off x="7717448" y="4736955"/>
            <a:ext cx="4445977" cy="2082945"/>
            <a:chOff x="7717448" y="4736955"/>
            <a:chExt cx="4445977" cy="2082945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0B39F384-079E-A658-1E65-04C5B4AD6B96}"/>
                </a:ext>
              </a:extLst>
            </p:cNvPr>
            <p:cNvSpPr/>
            <p:nvPr/>
          </p:nvSpPr>
          <p:spPr>
            <a:xfrm>
              <a:off x="8086725" y="4737100"/>
              <a:ext cx="4076700" cy="2082800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8B1662D2-B6EB-0D11-2675-D0A4778E215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rcRect l="9786"/>
            <a:stretch>
              <a:fillRect/>
            </a:stretch>
          </p:blipFill>
          <p:spPr>
            <a:xfrm>
              <a:off x="8153399" y="4737100"/>
              <a:ext cx="4010025" cy="2082800"/>
            </a:xfrm>
            <a:prstGeom prst="rect">
              <a:avLst/>
            </a:prstGeom>
          </p:spPr>
        </p:pic>
        <p:sp>
          <p:nvSpPr>
            <p:cNvPr id="10" name="자유형: 도형 9">
              <a:extLst>
                <a:ext uri="{FF2B5EF4-FFF2-40B4-BE49-F238E27FC236}">
                  <a16:creationId xmlns:a16="http://schemas.microsoft.com/office/drawing/2014/main" id="{37E1E7F2-A81C-737F-FC0A-7F9A6C92AFAC}"/>
                </a:ext>
              </a:extLst>
            </p:cNvPr>
            <p:cNvSpPr/>
            <p:nvPr/>
          </p:nvSpPr>
          <p:spPr>
            <a:xfrm>
              <a:off x="7717448" y="4739787"/>
              <a:ext cx="2312377" cy="2009775"/>
            </a:xfrm>
            <a:custGeom>
              <a:avLst/>
              <a:gdLst>
                <a:gd name="csX0" fmla="*/ 2092569 w 2312377"/>
                <a:gd name="csY0" fmla="*/ 0 h 2057400"/>
                <a:gd name="csX1" fmla="*/ 2312377 w 2312377"/>
                <a:gd name="csY1" fmla="*/ 474784 h 2057400"/>
                <a:gd name="csX2" fmla="*/ 2215662 w 2312377"/>
                <a:gd name="csY2" fmla="*/ 2057400 h 2057400"/>
                <a:gd name="csX3" fmla="*/ 1169377 w 2312377"/>
                <a:gd name="csY3" fmla="*/ 2048607 h 2057400"/>
                <a:gd name="csX4" fmla="*/ 624254 w 2312377"/>
                <a:gd name="csY4" fmla="*/ 1565030 h 2057400"/>
                <a:gd name="csX5" fmla="*/ 448408 w 2312377"/>
                <a:gd name="csY5" fmla="*/ 1512276 h 2057400"/>
                <a:gd name="csX6" fmla="*/ 43962 w 2312377"/>
                <a:gd name="csY6" fmla="*/ 1565030 h 2057400"/>
                <a:gd name="csX7" fmla="*/ 0 w 2312377"/>
                <a:gd name="csY7" fmla="*/ 413238 h 2057400"/>
                <a:gd name="csX8" fmla="*/ 888023 w 2312377"/>
                <a:gd name="csY8" fmla="*/ 298938 h 2057400"/>
                <a:gd name="csX9" fmla="*/ 1055077 w 2312377"/>
                <a:gd name="csY9" fmla="*/ 96715 h 2057400"/>
                <a:gd name="csX10" fmla="*/ 2092569 w 2312377"/>
                <a:gd name="csY10" fmla="*/ 0 h 2057400"/>
                <a:gd name="csX0" fmla="*/ 2092569 w 2312377"/>
                <a:gd name="csY0" fmla="*/ 0 h 2009775"/>
                <a:gd name="csX1" fmla="*/ 2312377 w 2312377"/>
                <a:gd name="csY1" fmla="*/ 427159 h 2009775"/>
                <a:gd name="csX2" fmla="*/ 2215662 w 2312377"/>
                <a:gd name="csY2" fmla="*/ 2009775 h 2009775"/>
                <a:gd name="csX3" fmla="*/ 1169377 w 2312377"/>
                <a:gd name="csY3" fmla="*/ 2000982 h 2009775"/>
                <a:gd name="csX4" fmla="*/ 624254 w 2312377"/>
                <a:gd name="csY4" fmla="*/ 1517405 h 2009775"/>
                <a:gd name="csX5" fmla="*/ 448408 w 2312377"/>
                <a:gd name="csY5" fmla="*/ 1464651 h 2009775"/>
                <a:gd name="csX6" fmla="*/ 43962 w 2312377"/>
                <a:gd name="csY6" fmla="*/ 1517405 h 2009775"/>
                <a:gd name="csX7" fmla="*/ 0 w 2312377"/>
                <a:gd name="csY7" fmla="*/ 365613 h 2009775"/>
                <a:gd name="csX8" fmla="*/ 888023 w 2312377"/>
                <a:gd name="csY8" fmla="*/ 251313 h 2009775"/>
                <a:gd name="csX9" fmla="*/ 1055077 w 2312377"/>
                <a:gd name="csY9" fmla="*/ 49090 h 2009775"/>
                <a:gd name="csX10" fmla="*/ 2092569 w 2312377"/>
                <a:gd name="csY10" fmla="*/ 0 h 20097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2312377" h="2009775">
                  <a:moveTo>
                    <a:pt x="2092569" y="0"/>
                  </a:moveTo>
                  <a:lnTo>
                    <a:pt x="2312377" y="427159"/>
                  </a:lnTo>
                  <a:lnTo>
                    <a:pt x="2215662" y="2009775"/>
                  </a:lnTo>
                  <a:lnTo>
                    <a:pt x="1169377" y="2000982"/>
                  </a:lnTo>
                  <a:lnTo>
                    <a:pt x="624254" y="1517405"/>
                  </a:lnTo>
                  <a:lnTo>
                    <a:pt x="448408" y="1464651"/>
                  </a:lnTo>
                  <a:lnTo>
                    <a:pt x="43962" y="1517405"/>
                  </a:lnTo>
                  <a:lnTo>
                    <a:pt x="0" y="365613"/>
                  </a:lnTo>
                  <a:lnTo>
                    <a:pt x="888023" y="251313"/>
                  </a:lnTo>
                  <a:lnTo>
                    <a:pt x="1055077" y="49090"/>
                  </a:lnTo>
                  <a:lnTo>
                    <a:pt x="2092569" y="0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E00AD0D-3174-3C56-B341-E4B6910DBABE}"/>
                </a:ext>
              </a:extLst>
            </p:cNvPr>
            <p:cNvSpPr txBox="1"/>
            <p:nvPr/>
          </p:nvSpPr>
          <p:spPr>
            <a:xfrm>
              <a:off x="8105006" y="4736955"/>
              <a:ext cx="1908215" cy="2012462"/>
            </a:xfrm>
            <a:prstGeom prst="rect">
              <a:avLst/>
            </a:prstGeom>
            <a:solidFill>
              <a:schemeClr val="bg1"/>
            </a:solidFill>
          </p:spPr>
          <p:txBody>
            <a:bodyPr vert="eaVert" wrap="square" rtlCol="0">
              <a:spAutoFit/>
            </a:bodyPr>
            <a:lstStyle/>
            <a:p>
              <a:r>
                <a:rPr lang="ko-KR" altLang="en-US" sz="160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스크롤하면 초창기 아이폰 음악 고르듯이 가운데 큰 화면에 코스 경치를 사진으로 보여주면 좋겠네</a:t>
              </a:r>
              <a:r>
                <a:rPr lang="en-US" altLang="ko-KR" sz="1600">
                  <a:latin typeface="맑은 고딕" panose="020B0503020000020004" pitchFamily="50" charset="-127"/>
                  <a:ea typeface="맑은 고딕" panose="020B0503020000020004" pitchFamily="50" charset="-127"/>
                </a:rPr>
                <a:t>… </a:t>
              </a:r>
              <a:r>
                <a:rPr lang="ko-KR" altLang="en-US" sz="160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처음엔 그냥 코스만 보여줘도 돼</a:t>
              </a:r>
              <a:endParaRPr lang="en-US" altLang="ko-KR" sz="160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13" name="제목 1">
            <a:extLst>
              <a:ext uri="{FF2B5EF4-FFF2-40B4-BE49-F238E27FC236}">
                <a16:creationId xmlns:a16="http://schemas.microsoft.com/office/drawing/2014/main" id="{8A2137C2-48AD-86D4-A85F-631E8291BD88}"/>
              </a:ext>
            </a:extLst>
          </p:cNvPr>
          <p:cNvSpPr txBox="1">
            <a:spLocks/>
          </p:cNvSpPr>
          <p:nvPr/>
        </p:nvSpPr>
        <p:spPr>
          <a:xfrm>
            <a:off x="3759198" y="41275"/>
            <a:ext cx="7594601" cy="7778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200"/>
              <a:t>투어종료 후 요약 페이지</a:t>
            </a:r>
          </a:p>
        </p:txBody>
      </p:sp>
      <p:sp>
        <p:nvSpPr>
          <p:cNvPr id="1085" name="TextBox 1084">
            <a:extLst>
              <a:ext uri="{FF2B5EF4-FFF2-40B4-BE49-F238E27FC236}">
                <a16:creationId xmlns:a16="http://schemas.microsoft.com/office/drawing/2014/main" id="{A10FBEDB-EDF3-EF2A-22C3-9BE53866BCDE}"/>
              </a:ext>
            </a:extLst>
          </p:cNvPr>
          <p:cNvSpPr txBox="1"/>
          <p:nvPr/>
        </p:nvSpPr>
        <p:spPr>
          <a:xfrm>
            <a:off x="3804653" y="829238"/>
            <a:ext cx="8358771" cy="455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/>
              <a:t>시작점을 한쪽 끝의 </a:t>
            </a:r>
            <a:r>
              <a:rPr lang="en-US" altLang="ko-KR"/>
              <a:t>10% </a:t>
            </a:r>
            <a:r>
              <a:rPr lang="ko-KR" altLang="en-US"/>
              <a:t>위치</a:t>
            </a:r>
            <a:r>
              <a:rPr lang="en-US" altLang="ko-KR"/>
              <a:t>, </a:t>
            </a:r>
            <a:r>
              <a:rPr lang="ko-KR" altLang="en-US"/>
              <a:t>종료지점 또는 경유지점 중 가장 끝쪽에 있는 곳을 다른쪽 끝의 </a:t>
            </a:r>
            <a:r>
              <a:rPr lang="en-US" altLang="ko-KR"/>
              <a:t>10% </a:t>
            </a:r>
            <a:r>
              <a:rPr lang="ko-KR" altLang="en-US"/>
              <a:t>위치에 놓는 사이즈로 지도의 크기를 조절하여 표시한다</a:t>
            </a:r>
            <a:r>
              <a:rPr lang="en-US" altLang="ko-KR"/>
              <a:t>. </a:t>
            </a:r>
          </a:p>
          <a:p>
            <a:r>
              <a:rPr lang="en-US" altLang="ko-KR" sz="1400"/>
              <a:t>    -</a:t>
            </a:r>
            <a:r>
              <a:rPr lang="ko-KR" altLang="en-US" sz="1400"/>
              <a:t> 종료지점이 시작지점 대비 동쪽일 경우 시작점은 서쪽</a:t>
            </a:r>
            <a:r>
              <a:rPr lang="en-US" altLang="ko-KR" sz="1400"/>
              <a:t>, </a:t>
            </a:r>
            <a:r>
              <a:rPr lang="ko-KR" altLang="en-US" sz="1400"/>
              <a:t>종료지점은 동쪽에 표시</a:t>
            </a:r>
            <a:br>
              <a:rPr lang="en-US" altLang="ko-KR" sz="1400"/>
            </a:br>
            <a:r>
              <a:rPr lang="en-US" altLang="ko-KR" sz="1400"/>
              <a:t>       </a:t>
            </a:r>
            <a:r>
              <a:rPr lang="ko-KR" altLang="en-US" sz="1400"/>
              <a:t>경유지점이 종료지점 대비 더 동쪽에 위치할 경우 경유지점이 우측 끝의 </a:t>
            </a:r>
            <a:r>
              <a:rPr lang="en-US" altLang="ko-KR" sz="1400"/>
              <a:t>10%</a:t>
            </a:r>
            <a:r>
              <a:rPr lang="ko-KR" altLang="en-US" sz="1400"/>
              <a:t>에 오도록 표시</a:t>
            </a:r>
            <a:r>
              <a:rPr lang="en-US" altLang="ko-KR" sz="1400"/>
              <a:t>.</a:t>
            </a:r>
          </a:p>
          <a:p>
            <a:r>
              <a:rPr lang="en-US" altLang="ko-KR" sz="1400"/>
              <a:t>    - </a:t>
            </a:r>
            <a:r>
              <a:rPr lang="ko-KR" altLang="en-US" sz="1400"/>
              <a:t>종료지점이 시작지점 대비 서쪽일 경우 시작점은 동쪽</a:t>
            </a:r>
            <a:r>
              <a:rPr lang="en-US" altLang="ko-KR" sz="1400"/>
              <a:t>, </a:t>
            </a:r>
            <a:r>
              <a:rPr lang="ko-KR" altLang="en-US" sz="1400"/>
              <a:t>종료지점은 서쪽에 표시</a:t>
            </a:r>
            <a:endParaRPr lang="en-US" altLang="ko-KR" sz="1400"/>
          </a:p>
          <a:p>
            <a:r>
              <a:rPr lang="en-US" altLang="ko-KR" sz="1400"/>
              <a:t>       </a:t>
            </a:r>
            <a:r>
              <a:rPr lang="ko-KR" altLang="en-US" sz="1400"/>
              <a:t>경유지점이 종료지점 대비 더 서쪽에 위치할 경우 경유지점이 좌측 끝의 </a:t>
            </a:r>
            <a:r>
              <a:rPr lang="en-US" altLang="ko-KR" sz="1400"/>
              <a:t>10%</a:t>
            </a:r>
            <a:r>
              <a:rPr lang="ko-KR" altLang="en-US" sz="1400"/>
              <a:t>에 오도록 표시</a:t>
            </a:r>
            <a:r>
              <a:rPr lang="en-US" altLang="ko-KR" sz="140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/>
              <a:t>주행 경로를 우측의 주황색 선과 같이 주행 </a:t>
            </a:r>
            <a:r>
              <a:rPr lang="en-US" altLang="ko-KR"/>
              <a:t>GPS</a:t>
            </a:r>
            <a:r>
              <a:rPr lang="ko-KR" altLang="en-US"/>
              <a:t> 데이터로 지도 위에 도식화</a:t>
            </a:r>
            <a:endParaRPr lang="en-US" altLang="ko-KR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/>
              <a:t>사용자가 출발 전 설정한 경유지와 목적지에는 도달 시간과 출발지로부터의 주행 거리를 표시할 것</a:t>
            </a:r>
            <a:endParaRPr lang="en-US" altLang="ko-KR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/>
              <a:t>지도 위에는 그림과 같이 총주행거리</a:t>
            </a:r>
            <a:r>
              <a:rPr lang="en-US" altLang="ko-KR"/>
              <a:t>, </a:t>
            </a:r>
            <a:r>
              <a:rPr lang="ko-KR" altLang="en-US"/>
              <a:t>주행시간</a:t>
            </a:r>
            <a:r>
              <a:rPr lang="en-US" altLang="ko-KR"/>
              <a:t>, </a:t>
            </a:r>
            <a:r>
              <a:rPr lang="ko-KR" altLang="en-US"/>
              <a:t>평균속도</a:t>
            </a:r>
            <a:r>
              <a:rPr lang="en-US" altLang="ko-KR"/>
              <a:t>, </a:t>
            </a:r>
            <a:r>
              <a:rPr lang="ko-KR" altLang="en-US"/>
              <a:t>최고속도를 표시</a:t>
            </a:r>
            <a:endParaRPr lang="en-US" altLang="ko-KR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/>
              <a:t>상단 아이콘 부분은 공유</a:t>
            </a:r>
            <a:r>
              <a:rPr lang="en-US" altLang="ko-KR"/>
              <a:t>, </a:t>
            </a:r>
            <a:r>
              <a:rPr lang="ko-KR" altLang="en-US"/>
              <a:t>삭제</a:t>
            </a:r>
            <a:r>
              <a:rPr lang="en-US" altLang="ko-KR"/>
              <a:t>, </a:t>
            </a:r>
            <a:r>
              <a:rPr lang="ko-KR" altLang="en-US"/>
              <a:t>설정 메뉴</a:t>
            </a:r>
            <a:endParaRPr lang="en-US" altLang="ko-KR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/>
              <a:t>공유 아이콘을 누르면 시스템 공유 메뉴 호출</a:t>
            </a:r>
            <a:r>
              <a:rPr lang="en-US" altLang="ko-KR"/>
              <a:t>, </a:t>
            </a:r>
            <a:r>
              <a:rPr lang="ko-KR" altLang="en-US"/>
              <a:t>현재 화면을 이미지로 공유</a:t>
            </a:r>
            <a:endParaRPr lang="en-US" altLang="ko-KR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/>
              <a:t>삭제 버튼 누르면 </a:t>
            </a:r>
            <a:r>
              <a:rPr lang="en-US" altLang="ko-KR"/>
              <a:t>“</a:t>
            </a:r>
            <a:r>
              <a:rPr lang="ko-KR" altLang="en-US"/>
              <a:t>이번 투어링 기록을 삭제하시겠습니까</a:t>
            </a:r>
            <a:r>
              <a:rPr lang="en-US" altLang="ko-KR"/>
              <a:t>?  </a:t>
            </a:r>
            <a:r>
              <a:rPr lang="ko-KR" altLang="en-US"/>
              <a:t>삭제</a:t>
            </a:r>
            <a:r>
              <a:rPr lang="en-US" altLang="ko-KR"/>
              <a:t>/</a:t>
            </a:r>
            <a:r>
              <a:rPr lang="ko-KR" altLang="en-US"/>
              <a:t>취소</a:t>
            </a:r>
            <a:r>
              <a:rPr lang="en-US" altLang="ko-KR"/>
              <a:t>“ </a:t>
            </a:r>
            <a:r>
              <a:rPr lang="ko-KR" altLang="en-US"/>
              <a:t>팝업을 띄우고</a:t>
            </a:r>
            <a:r>
              <a:rPr lang="en-US" altLang="ko-KR"/>
              <a:t>, </a:t>
            </a:r>
            <a:r>
              <a:rPr lang="ko-KR" altLang="en-US"/>
              <a:t>다시 삭제를 선택하면 </a:t>
            </a:r>
            <a:br>
              <a:rPr lang="en-US" altLang="ko-KR"/>
            </a:br>
            <a:r>
              <a:rPr lang="ko-KR" altLang="en-US"/>
              <a:t>투어링 기록을 삭제</a:t>
            </a:r>
            <a:endParaRPr lang="en-US" altLang="ko-KR"/>
          </a:p>
        </p:txBody>
      </p:sp>
      <p:grpSp>
        <p:nvGrpSpPr>
          <p:cNvPr id="1093" name="그룹 1092">
            <a:extLst>
              <a:ext uri="{FF2B5EF4-FFF2-40B4-BE49-F238E27FC236}">
                <a16:creationId xmlns:a16="http://schemas.microsoft.com/office/drawing/2014/main" id="{E97BD0FF-296D-6A9B-5C47-238C9240642D}"/>
              </a:ext>
            </a:extLst>
          </p:cNvPr>
          <p:cNvGrpSpPr/>
          <p:nvPr/>
        </p:nvGrpSpPr>
        <p:grpSpPr>
          <a:xfrm>
            <a:off x="159656" y="180862"/>
            <a:ext cx="3599543" cy="6496276"/>
            <a:chOff x="159656" y="180862"/>
            <a:chExt cx="3599543" cy="6496276"/>
          </a:xfrm>
        </p:grpSpPr>
        <p:pic>
          <p:nvPicPr>
            <p:cNvPr id="1094" name="Picture 4" descr="삼성 갤럭시 A34(OMD-SM-A346N) | U+유모바일">
              <a:extLst>
                <a:ext uri="{FF2B5EF4-FFF2-40B4-BE49-F238E27FC236}">
                  <a16:creationId xmlns:a16="http://schemas.microsoft.com/office/drawing/2014/main" id="{9444491A-F22F-E87D-3A04-DD3258459D8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566" r="22025"/>
            <a:stretch>
              <a:fillRect/>
            </a:stretch>
          </p:blipFill>
          <p:spPr bwMode="auto">
            <a:xfrm>
              <a:off x="159656" y="180862"/>
              <a:ext cx="3599543" cy="649627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95" name="사각형: 둥근 모서리 1094">
              <a:extLst>
                <a:ext uri="{FF2B5EF4-FFF2-40B4-BE49-F238E27FC236}">
                  <a16:creationId xmlns:a16="http://schemas.microsoft.com/office/drawing/2014/main" id="{53B51974-9349-1974-744A-6CDB4E604FCA}"/>
                </a:ext>
              </a:extLst>
            </p:cNvPr>
            <p:cNvSpPr/>
            <p:nvPr/>
          </p:nvSpPr>
          <p:spPr>
            <a:xfrm>
              <a:off x="508000" y="333829"/>
              <a:ext cx="2859315" cy="6168571"/>
            </a:xfrm>
            <a:prstGeom prst="roundRect">
              <a:avLst>
                <a:gd name="adj" fmla="val 10068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152" name="그림 1151">
            <a:extLst>
              <a:ext uri="{FF2B5EF4-FFF2-40B4-BE49-F238E27FC236}">
                <a16:creationId xmlns:a16="http://schemas.microsoft.com/office/drawing/2014/main" id="{0FFA6034-F7B2-1BDD-B699-4D80339D5F3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8949"/>
          <a:stretch>
            <a:fillRect/>
          </a:stretch>
        </p:blipFill>
        <p:spPr>
          <a:xfrm>
            <a:off x="517720" y="1585303"/>
            <a:ext cx="2849594" cy="4550768"/>
          </a:xfrm>
          <a:prstGeom prst="rect">
            <a:avLst/>
          </a:prstGeom>
        </p:spPr>
      </p:pic>
      <p:pic>
        <p:nvPicPr>
          <p:cNvPr id="1097" name="그림 1096">
            <a:extLst>
              <a:ext uri="{FF2B5EF4-FFF2-40B4-BE49-F238E27FC236}">
                <a16:creationId xmlns:a16="http://schemas.microsoft.com/office/drawing/2014/main" id="{23664570-2212-DD81-5534-9977E3D9E0C0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2928593" y="627464"/>
            <a:ext cx="283875" cy="283875"/>
          </a:xfrm>
          <a:prstGeom prst="rect">
            <a:avLst/>
          </a:prstGeom>
        </p:spPr>
      </p:pic>
      <p:sp>
        <p:nvSpPr>
          <p:cNvPr id="1098" name="사각형: 둥근 모서리 1097">
            <a:extLst>
              <a:ext uri="{FF2B5EF4-FFF2-40B4-BE49-F238E27FC236}">
                <a16:creationId xmlns:a16="http://schemas.microsoft.com/office/drawing/2014/main" id="{66E7A52D-77FC-86FB-3EAB-7779823352B7}"/>
              </a:ext>
            </a:extLst>
          </p:cNvPr>
          <p:cNvSpPr/>
          <p:nvPr/>
        </p:nvSpPr>
        <p:spPr>
          <a:xfrm>
            <a:off x="580394" y="627464"/>
            <a:ext cx="885825" cy="277931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로고</a:t>
            </a:r>
          </a:p>
        </p:txBody>
      </p:sp>
      <p:grpSp>
        <p:nvGrpSpPr>
          <p:cNvPr id="1099" name="그룹 1098">
            <a:extLst>
              <a:ext uri="{FF2B5EF4-FFF2-40B4-BE49-F238E27FC236}">
                <a16:creationId xmlns:a16="http://schemas.microsoft.com/office/drawing/2014/main" id="{B2F91AF1-B1F9-EA62-21FF-585D3BDAB979}"/>
              </a:ext>
            </a:extLst>
          </p:cNvPr>
          <p:cNvGrpSpPr/>
          <p:nvPr/>
        </p:nvGrpSpPr>
        <p:grpSpPr>
          <a:xfrm>
            <a:off x="631113" y="5405462"/>
            <a:ext cx="153162" cy="153162"/>
            <a:chOff x="-1617244" y="1591275"/>
            <a:chExt cx="914400" cy="914400"/>
          </a:xfrm>
        </p:grpSpPr>
        <p:sp>
          <p:nvSpPr>
            <p:cNvPr id="1100" name="눈물 방울 1099">
              <a:extLst>
                <a:ext uri="{FF2B5EF4-FFF2-40B4-BE49-F238E27FC236}">
                  <a16:creationId xmlns:a16="http://schemas.microsoft.com/office/drawing/2014/main" id="{ACE559F1-CEBF-B84B-2851-201136FEB879}"/>
                </a:ext>
              </a:extLst>
            </p:cNvPr>
            <p:cNvSpPr/>
            <p:nvPr/>
          </p:nvSpPr>
          <p:spPr>
            <a:xfrm rot="8096280">
              <a:off x="-1617244" y="1591275"/>
              <a:ext cx="914400" cy="914400"/>
            </a:xfrm>
            <a:prstGeom prst="teardrop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01" name="타원 1100">
              <a:extLst>
                <a:ext uri="{FF2B5EF4-FFF2-40B4-BE49-F238E27FC236}">
                  <a16:creationId xmlns:a16="http://schemas.microsoft.com/office/drawing/2014/main" id="{B8F9F865-FA38-2D0E-5337-477605BDA6A6}"/>
                </a:ext>
              </a:extLst>
            </p:cNvPr>
            <p:cNvSpPr/>
            <p:nvPr/>
          </p:nvSpPr>
          <p:spPr>
            <a:xfrm>
              <a:off x="-1359805" y="1848947"/>
              <a:ext cx="399063" cy="399063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105" name="TextBox 1104">
            <a:extLst>
              <a:ext uri="{FF2B5EF4-FFF2-40B4-BE49-F238E27FC236}">
                <a16:creationId xmlns:a16="http://schemas.microsoft.com/office/drawing/2014/main" id="{104C6719-4469-0684-BB20-24DAC5602D8A}"/>
              </a:ext>
            </a:extLst>
          </p:cNvPr>
          <p:cNvSpPr txBox="1"/>
          <p:nvPr/>
        </p:nvSpPr>
        <p:spPr>
          <a:xfrm>
            <a:off x="614280" y="330886"/>
            <a:ext cx="49564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/>
              <a:t>07:00</a:t>
            </a:r>
            <a:endParaRPr lang="ko-KR" altLang="en-US" sz="1000"/>
          </a:p>
        </p:txBody>
      </p:sp>
      <p:pic>
        <p:nvPicPr>
          <p:cNvPr id="1106" name="그래픽 1105" descr="Wi Fi">
            <a:extLst>
              <a:ext uri="{FF2B5EF4-FFF2-40B4-BE49-F238E27FC236}">
                <a16:creationId xmlns:a16="http://schemas.microsoft.com/office/drawing/2014/main" id="{EE2CE8FE-4BFC-8196-666F-7708335DB82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267670" y="355600"/>
            <a:ext cx="205670" cy="205670"/>
          </a:xfrm>
          <a:prstGeom prst="rect">
            <a:avLst/>
          </a:prstGeom>
        </p:spPr>
      </p:pic>
      <p:pic>
        <p:nvPicPr>
          <p:cNvPr id="1107" name="그래픽 1106" descr="신호">
            <a:extLst>
              <a:ext uri="{FF2B5EF4-FFF2-40B4-BE49-F238E27FC236}">
                <a16:creationId xmlns:a16="http://schemas.microsoft.com/office/drawing/2014/main" id="{34D129B2-3BFE-DA33-2708-7983AC5A70D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691368" y="367232"/>
            <a:ext cx="173527" cy="173527"/>
          </a:xfrm>
          <a:prstGeom prst="rect">
            <a:avLst/>
          </a:prstGeom>
        </p:spPr>
      </p:pic>
      <p:sp>
        <p:nvSpPr>
          <p:cNvPr id="1108" name="사각형: 둥근 모서리 1107">
            <a:extLst>
              <a:ext uri="{FF2B5EF4-FFF2-40B4-BE49-F238E27FC236}">
                <a16:creationId xmlns:a16="http://schemas.microsoft.com/office/drawing/2014/main" id="{4A760FE2-25DF-EAA9-5A8D-1066CD43AC8F}"/>
              </a:ext>
            </a:extLst>
          </p:cNvPr>
          <p:cNvSpPr/>
          <p:nvPr/>
        </p:nvSpPr>
        <p:spPr>
          <a:xfrm>
            <a:off x="2875909" y="393331"/>
            <a:ext cx="326213" cy="121330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95</a:t>
            </a:r>
            <a:endParaRPr lang="ko-KR" altLang="en-US" sz="800"/>
          </a:p>
        </p:txBody>
      </p:sp>
      <p:sp>
        <p:nvSpPr>
          <p:cNvPr id="1109" name="TextBox 1108">
            <a:extLst>
              <a:ext uri="{FF2B5EF4-FFF2-40B4-BE49-F238E27FC236}">
                <a16:creationId xmlns:a16="http://schemas.microsoft.com/office/drawing/2014/main" id="{ACDAAFFD-29F1-BC0A-B272-B6B982B343BC}"/>
              </a:ext>
            </a:extLst>
          </p:cNvPr>
          <p:cNvSpPr txBox="1"/>
          <p:nvPr/>
        </p:nvSpPr>
        <p:spPr>
          <a:xfrm>
            <a:off x="2376012" y="338526"/>
            <a:ext cx="40267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/>
              <a:t>υlte</a:t>
            </a:r>
            <a:endParaRPr lang="ko-KR" altLang="en-US" sz="1000"/>
          </a:p>
        </p:txBody>
      </p:sp>
      <p:pic>
        <p:nvPicPr>
          <p:cNvPr id="1110" name="그래픽 1109" descr="표식">
            <a:extLst>
              <a:ext uri="{FF2B5EF4-FFF2-40B4-BE49-F238E27FC236}">
                <a16:creationId xmlns:a16="http://schemas.microsoft.com/office/drawing/2014/main" id="{24ACB590-C895-F7C6-ED3D-78A5B0EEEE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157984" y="393331"/>
            <a:ext cx="146467" cy="146467"/>
          </a:xfrm>
          <a:prstGeom prst="rect">
            <a:avLst/>
          </a:prstGeom>
        </p:spPr>
      </p:pic>
      <p:pic>
        <p:nvPicPr>
          <p:cNvPr id="1111" name="그래픽 1110" descr="벨소리 음소거">
            <a:extLst>
              <a:ext uri="{FF2B5EF4-FFF2-40B4-BE49-F238E27FC236}">
                <a16:creationId xmlns:a16="http://schemas.microsoft.com/office/drawing/2014/main" id="{81E8B9F8-8C58-91C1-7B53-26E70A48414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030579" y="388402"/>
            <a:ext cx="146468" cy="146468"/>
          </a:xfrm>
          <a:prstGeom prst="rect">
            <a:avLst/>
          </a:prstGeom>
        </p:spPr>
      </p:pic>
      <p:pic>
        <p:nvPicPr>
          <p:cNvPr id="1112" name="그래픽 1111" descr="키">
            <a:extLst>
              <a:ext uri="{FF2B5EF4-FFF2-40B4-BE49-F238E27FC236}">
                <a16:creationId xmlns:a16="http://schemas.microsoft.com/office/drawing/2014/main" id="{41CD1D7D-42C8-09F0-8F92-17B04D91C9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883441" y="396339"/>
            <a:ext cx="146467" cy="146467"/>
          </a:xfrm>
          <a:prstGeom prst="rect">
            <a:avLst/>
          </a:prstGeom>
        </p:spPr>
      </p:pic>
      <p:sp>
        <p:nvSpPr>
          <p:cNvPr id="1117" name="타원 1116">
            <a:extLst>
              <a:ext uri="{FF2B5EF4-FFF2-40B4-BE49-F238E27FC236}">
                <a16:creationId xmlns:a16="http://schemas.microsoft.com/office/drawing/2014/main" id="{C37C80CE-F086-D74F-013B-EF6D388B8DFB}"/>
              </a:ext>
            </a:extLst>
          </p:cNvPr>
          <p:cNvSpPr/>
          <p:nvPr/>
        </p:nvSpPr>
        <p:spPr>
          <a:xfrm>
            <a:off x="1638299" y="1904999"/>
            <a:ext cx="72000" cy="720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18" name="타원 1117">
            <a:extLst>
              <a:ext uri="{FF2B5EF4-FFF2-40B4-BE49-F238E27FC236}">
                <a16:creationId xmlns:a16="http://schemas.microsoft.com/office/drawing/2014/main" id="{0C5F6321-F887-0C1D-1607-F6AA22270A80}"/>
              </a:ext>
            </a:extLst>
          </p:cNvPr>
          <p:cNvSpPr/>
          <p:nvPr/>
        </p:nvSpPr>
        <p:spPr>
          <a:xfrm>
            <a:off x="1377795" y="1623244"/>
            <a:ext cx="72000" cy="720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19" name="타원 1118">
            <a:extLst>
              <a:ext uri="{FF2B5EF4-FFF2-40B4-BE49-F238E27FC236}">
                <a16:creationId xmlns:a16="http://schemas.microsoft.com/office/drawing/2014/main" id="{BE0D6ECF-C0A1-CD00-EA70-6BADAE22A089}"/>
              </a:ext>
            </a:extLst>
          </p:cNvPr>
          <p:cNvSpPr/>
          <p:nvPr/>
        </p:nvSpPr>
        <p:spPr>
          <a:xfrm>
            <a:off x="1613505" y="5153523"/>
            <a:ext cx="72000" cy="720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20" name="타원 1119">
            <a:extLst>
              <a:ext uri="{FF2B5EF4-FFF2-40B4-BE49-F238E27FC236}">
                <a16:creationId xmlns:a16="http://schemas.microsoft.com/office/drawing/2014/main" id="{EBF60238-1F9F-5A2E-559C-F3D00D15B371}"/>
              </a:ext>
            </a:extLst>
          </p:cNvPr>
          <p:cNvSpPr/>
          <p:nvPr/>
        </p:nvSpPr>
        <p:spPr>
          <a:xfrm>
            <a:off x="1394219" y="4993287"/>
            <a:ext cx="72000" cy="720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21" name="타원 1120">
            <a:extLst>
              <a:ext uri="{FF2B5EF4-FFF2-40B4-BE49-F238E27FC236}">
                <a16:creationId xmlns:a16="http://schemas.microsoft.com/office/drawing/2014/main" id="{D8550A67-5327-CFDE-8331-F33D91497EC2}"/>
              </a:ext>
            </a:extLst>
          </p:cNvPr>
          <p:cNvSpPr/>
          <p:nvPr/>
        </p:nvSpPr>
        <p:spPr>
          <a:xfrm>
            <a:off x="1671054" y="4921287"/>
            <a:ext cx="72000" cy="720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22" name="타원 1121">
            <a:extLst>
              <a:ext uri="{FF2B5EF4-FFF2-40B4-BE49-F238E27FC236}">
                <a16:creationId xmlns:a16="http://schemas.microsoft.com/office/drawing/2014/main" id="{1156A0A0-9E97-4D26-6295-B0924AEFB573}"/>
              </a:ext>
            </a:extLst>
          </p:cNvPr>
          <p:cNvSpPr/>
          <p:nvPr/>
        </p:nvSpPr>
        <p:spPr>
          <a:xfrm>
            <a:off x="2845515" y="2210447"/>
            <a:ext cx="72000" cy="720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23" name="타원 1122">
            <a:extLst>
              <a:ext uri="{FF2B5EF4-FFF2-40B4-BE49-F238E27FC236}">
                <a16:creationId xmlns:a16="http://schemas.microsoft.com/office/drawing/2014/main" id="{1687FF1F-A02E-5CA7-1EC7-016FE1831837}"/>
              </a:ext>
            </a:extLst>
          </p:cNvPr>
          <p:cNvSpPr/>
          <p:nvPr/>
        </p:nvSpPr>
        <p:spPr>
          <a:xfrm>
            <a:off x="2648484" y="2270573"/>
            <a:ext cx="72000" cy="720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24" name="타원 1123">
            <a:extLst>
              <a:ext uri="{FF2B5EF4-FFF2-40B4-BE49-F238E27FC236}">
                <a16:creationId xmlns:a16="http://schemas.microsoft.com/office/drawing/2014/main" id="{88602C4D-2867-64B1-DA44-CC67056E1C3C}"/>
              </a:ext>
            </a:extLst>
          </p:cNvPr>
          <p:cNvSpPr/>
          <p:nvPr/>
        </p:nvSpPr>
        <p:spPr>
          <a:xfrm>
            <a:off x="2752979" y="2465759"/>
            <a:ext cx="72000" cy="720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25" name="타원 1124">
            <a:extLst>
              <a:ext uri="{FF2B5EF4-FFF2-40B4-BE49-F238E27FC236}">
                <a16:creationId xmlns:a16="http://schemas.microsoft.com/office/drawing/2014/main" id="{1245167B-BF17-3591-52FE-4ACA6A654C10}"/>
              </a:ext>
            </a:extLst>
          </p:cNvPr>
          <p:cNvSpPr/>
          <p:nvPr/>
        </p:nvSpPr>
        <p:spPr>
          <a:xfrm>
            <a:off x="2547032" y="1772060"/>
            <a:ext cx="72000" cy="720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26" name="타원 1125">
            <a:extLst>
              <a:ext uri="{FF2B5EF4-FFF2-40B4-BE49-F238E27FC236}">
                <a16:creationId xmlns:a16="http://schemas.microsoft.com/office/drawing/2014/main" id="{2AC1AA71-A8E6-68C1-8C18-5EE053389460}"/>
              </a:ext>
            </a:extLst>
          </p:cNvPr>
          <p:cNvSpPr/>
          <p:nvPr/>
        </p:nvSpPr>
        <p:spPr>
          <a:xfrm>
            <a:off x="2803664" y="3521650"/>
            <a:ext cx="72000" cy="720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27" name="타원 1126">
            <a:extLst>
              <a:ext uri="{FF2B5EF4-FFF2-40B4-BE49-F238E27FC236}">
                <a16:creationId xmlns:a16="http://schemas.microsoft.com/office/drawing/2014/main" id="{1E900CC5-37B3-5C8D-04B4-1E90363E5707}"/>
              </a:ext>
            </a:extLst>
          </p:cNvPr>
          <p:cNvSpPr/>
          <p:nvPr/>
        </p:nvSpPr>
        <p:spPr>
          <a:xfrm>
            <a:off x="1922786" y="3259298"/>
            <a:ext cx="72000" cy="720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28" name="직사각형 1127">
            <a:extLst>
              <a:ext uri="{FF2B5EF4-FFF2-40B4-BE49-F238E27FC236}">
                <a16:creationId xmlns:a16="http://schemas.microsoft.com/office/drawing/2014/main" id="{7AF6469E-2BD4-064E-C292-79C061FE7DD2}"/>
              </a:ext>
            </a:extLst>
          </p:cNvPr>
          <p:cNvSpPr/>
          <p:nvPr/>
        </p:nvSpPr>
        <p:spPr>
          <a:xfrm>
            <a:off x="507999" y="6137275"/>
            <a:ext cx="2859315" cy="355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ysClr val="windowText" lastClr="000000"/>
                </a:solidFill>
              </a:rPr>
              <a:t>Ads</a:t>
            </a:r>
            <a:endParaRPr lang="ko-KR" altLang="en-US">
              <a:solidFill>
                <a:sysClr val="windowText" lastClr="000000"/>
              </a:solidFill>
            </a:endParaRPr>
          </a:p>
        </p:txBody>
      </p:sp>
      <p:sp>
        <p:nvSpPr>
          <p:cNvPr id="1130" name="눈물 방울 1129">
            <a:extLst>
              <a:ext uri="{FF2B5EF4-FFF2-40B4-BE49-F238E27FC236}">
                <a16:creationId xmlns:a16="http://schemas.microsoft.com/office/drawing/2014/main" id="{B7815B3B-162D-5025-3039-F6400DE3B193}"/>
              </a:ext>
            </a:extLst>
          </p:cNvPr>
          <p:cNvSpPr/>
          <p:nvPr/>
        </p:nvSpPr>
        <p:spPr>
          <a:xfrm rot="8096280">
            <a:off x="2333857" y="1633581"/>
            <a:ext cx="153162" cy="153162"/>
          </a:xfrm>
          <a:prstGeom prst="teardrop">
            <a:avLst/>
          </a:prstGeom>
          <a:solidFill>
            <a:srgbClr val="FF0000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31" name="타원 1130">
            <a:extLst>
              <a:ext uri="{FF2B5EF4-FFF2-40B4-BE49-F238E27FC236}">
                <a16:creationId xmlns:a16="http://schemas.microsoft.com/office/drawing/2014/main" id="{761CB62B-0850-7C09-D8B5-CFA7EB550D91}"/>
              </a:ext>
            </a:extLst>
          </p:cNvPr>
          <p:cNvSpPr/>
          <p:nvPr/>
        </p:nvSpPr>
        <p:spPr>
          <a:xfrm>
            <a:off x="2384462" y="1678575"/>
            <a:ext cx="66843" cy="66843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44" name="자유형: 도형 1143">
            <a:extLst>
              <a:ext uri="{FF2B5EF4-FFF2-40B4-BE49-F238E27FC236}">
                <a16:creationId xmlns:a16="http://schemas.microsoft.com/office/drawing/2014/main" id="{3ACFA2DD-3252-8359-0506-40948E81B558}"/>
              </a:ext>
            </a:extLst>
          </p:cNvPr>
          <p:cNvSpPr/>
          <p:nvPr/>
        </p:nvSpPr>
        <p:spPr>
          <a:xfrm>
            <a:off x="819443" y="1732087"/>
            <a:ext cx="2296288" cy="3783378"/>
          </a:xfrm>
          <a:custGeom>
            <a:avLst/>
            <a:gdLst>
              <a:gd name="csX0" fmla="*/ 0 w 1805940"/>
              <a:gd name="csY0" fmla="*/ 1676400 h 1676400"/>
              <a:gd name="csX1" fmla="*/ 60960 w 1805940"/>
              <a:gd name="csY1" fmla="*/ 1668780 h 1676400"/>
              <a:gd name="csX2" fmla="*/ 121920 w 1805940"/>
              <a:gd name="csY2" fmla="*/ 1623060 h 1676400"/>
              <a:gd name="csX3" fmla="*/ 175260 w 1805940"/>
              <a:gd name="csY3" fmla="*/ 1600200 h 1676400"/>
              <a:gd name="csX4" fmla="*/ 198120 w 1805940"/>
              <a:gd name="csY4" fmla="*/ 1584960 h 1676400"/>
              <a:gd name="csX5" fmla="*/ 304800 w 1805940"/>
              <a:gd name="csY5" fmla="*/ 1569720 h 1676400"/>
              <a:gd name="csX6" fmla="*/ 304800 w 1805940"/>
              <a:gd name="csY6" fmla="*/ 1493520 h 1676400"/>
              <a:gd name="csX7" fmla="*/ 281940 w 1805940"/>
              <a:gd name="csY7" fmla="*/ 1478280 h 1676400"/>
              <a:gd name="csX8" fmla="*/ 266700 w 1805940"/>
              <a:gd name="csY8" fmla="*/ 1455420 h 1676400"/>
              <a:gd name="csX9" fmla="*/ 289560 w 1805940"/>
              <a:gd name="csY9" fmla="*/ 1440180 h 1676400"/>
              <a:gd name="csX10" fmla="*/ 342900 w 1805940"/>
              <a:gd name="csY10" fmla="*/ 1447800 h 1676400"/>
              <a:gd name="csX11" fmla="*/ 350520 w 1805940"/>
              <a:gd name="csY11" fmla="*/ 1470660 h 1676400"/>
              <a:gd name="csX12" fmla="*/ 381000 w 1805940"/>
              <a:gd name="csY12" fmla="*/ 1524000 h 1676400"/>
              <a:gd name="csX13" fmla="*/ 396240 w 1805940"/>
              <a:gd name="csY13" fmla="*/ 1554480 h 1676400"/>
              <a:gd name="csX14" fmla="*/ 411480 w 1805940"/>
              <a:gd name="csY14" fmla="*/ 1531620 h 1676400"/>
              <a:gd name="csX15" fmla="*/ 426720 w 1805940"/>
              <a:gd name="csY15" fmla="*/ 1493520 h 1676400"/>
              <a:gd name="csX16" fmla="*/ 449580 w 1805940"/>
              <a:gd name="csY16" fmla="*/ 1508760 h 1676400"/>
              <a:gd name="csX17" fmla="*/ 487680 w 1805940"/>
              <a:gd name="csY17" fmla="*/ 1485900 h 1676400"/>
              <a:gd name="csX18" fmla="*/ 548640 w 1805940"/>
              <a:gd name="csY18" fmla="*/ 1493520 h 1676400"/>
              <a:gd name="csX19" fmla="*/ 563880 w 1805940"/>
              <a:gd name="csY19" fmla="*/ 1470660 h 1676400"/>
              <a:gd name="csX20" fmla="*/ 548640 w 1805940"/>
              <a:gd name="csY20" fmla="*/ 1447800 h 1676400"/>
              <a:gd name="csX21" fmla="*/ 495300 w 1805940"/>
              <a:gd name="csY21" fmla="*/ 1417320 h 1676400"/>
              <a:gd name="csX22" fmla="*/ 518160 w 1805940"/>
              <a:gd name="csY22" fmla="*/ 1402080 h 1676400"/>
              <a:gd name="csX23" fmla="*/ 632460 w 1805940"/>
              <a:gd name="csY23" fmla="*/ 1424940 h 1676400"/>
              <a:gd name="csX24" fmla="*/ 754380 w 1805940"/>
              <a:gd name="csY24" fmla="*/ 1417320 h 1676400"/>
              <a:gd name="csX25" fmla="*/ 784860 w 1805940"/>
              <a:gd name="csY25" fmla="*/ 1424940 h 1676400"/>
              <a:gd name="csX26" fmla="*/ 876300 w 1805940"/>
              <a:gd name="csY26" fmla="*/ 1409700 h 1676400"/>
              <a:gd name="csX27" fmla="*/ 899160 w 1805940"/>
              <a:gd name="csY27" fmla="*/ 1394460 h 1676400"/>
              <a:gd name="csX28" fmla="*/ 891540 w 1805940"/>
              <a:gd name="csY28" fmla="*/ 1333500 h 1676400"/>
              <a:gd name="csX29" fmla="*/ 868680 w 1805940"/>
              <a:gd name="csY29" fmla="*/ 1318260 h 1676400"/>
              <a:gd name="csX30" fmla="*/ 853440 w 1805940"/>
              <a:gd name="csY30" fmla="*/ 1295400 h 1676400"/>
              <a:gd name="csX31" fmla="*/ 883920 w 1805940"/>
              <a:gd name="csY31" fmla="*/ 1272540 h 1676400"/>
              <a:gd name="csX32" fmla="*/ 944880 w 1805940"/>
              <a:gd name="csY32" fmla="*/ 1264920 h 1676400"/>
              <a:gd name="csX33" fmla="*/ 914400 w 1805940"/>
              <a:gd name="csY33" fmla="*/ 1188720 h 1676400"/>
              <a:gd name="csX34" fmla="*/ 891540 w 1805940"/>
              <a:gd name="csY34" fmla="*/ 1165860 h 1676400"/>
              <a:gd name="csX35" fmla="*/ 891540 w 1805940"/>
              <a:gd name="csY35" fmla="*/ 1089660 h 1676400"/>
              <a:gd name="csX36" fmla="*/ 914400 w 1805940"/>
              <a:gd name="csY36" fmla="*/ 1066800 h 1676400"/>
              <a:gd name="csX37" fmla="*/ 929640 w 1805940"/>
              <a:gd name="csY37" fmla="*/ 1028700 h 1676400"/>
              <a:gd name="csX38" fmla="*/ 914400 w 1805940"/>
              <a:gd name="csY38" fmla="*/ 1005840 h 1676400"/>
              <a:gd name="csX39" fmla="*/ 800100 w 1805940"/>
              <a:gd name="csY39" fmla="*/ 998220 h 1676400"/>
              <a:gd name="csX40" fmla="*/ 777240 w 1805940"/>
              <a:gd name="csY40" fmla="*/ 967740 h 1676400"/>
              <a:gd name="csX41" fmla="*/ 746760 w 1805940"/>
              <a:gd name="csY41" fmla="*/ 944880 h 1676400"/>
              <a:gd name="csX42" fmla="*/ 739140 w 1805940"/>
              <a:gd name="csY42" fmla="*/ 914400 h 1676400"/>
              <a:gd name="csX43" fmla="*/ 754380 w 1805940"/>
              <a:gd name="csY43" fmla="*/ 891540 h 1676400"/>
              <a:gd name="csX44" fmla="*/ 777240 w 1805940"/>
              <a:gd name="csY44" fmla="*/ 883920 h 1676400"/>
              <a:gd name="csX45" fmla="*/ 868680 w 1805940"/>
              <a:gd name="csY45" fmla="*/ 876300 h 1676400"/>
              <a:gd name="csX46" fmla="*/ 891540 w 1805940"/>
              <a:gd name="csY46" fmla="*/ 868680 h 1676400"/>
              <a:gd name="csX47" fmla="*/ 922020 w 1805940"/>
              <a:gd name="csY47" fmla="*/ 861060 h 1676400"/>
              <a:gd name="csX48" fmla="*/ 944880 w 1805940"/>
              <a:gd name="csY48" fmla="*/ 830580 h 1676400"/>
              <a:gd name="csX49" fmla="*/ 982980 w 1805940"/>
              <a:gd name="csY49" fmla="*/ 693420 h 1676400"/>
              <a:gd name="csX50" fmla="*/ 1036320 w 1805940"/>
              <a:gd name="csY50" fmla="*/ 701040 h 1676400"/>
              <a:gd name="csX51" fmla="*/ 1143000 w 1805940"/>
              <a:gd name="csY51" fmla="*/ 701040 h 1676400"/>
              <a:gd name="csX52" fmla="*/ 1165860 w 1805940"/>
              <a:gd name="csY52" fmla="*/ 670560 h 1676400"/>
              <a:gd name="csX53" fmla="*/ 1188720 w 1805940"/>
              <a:gd name="csY53" fmla="*/ 624840 h 1676400"/>
              <a:gd name="csX54" fmla="*/ 1211580 w 1805940"/>
              <a:gd name="csY54" fmla="*/ 647700 h 1676400"/>
              <a:gd name="csX55" fmla="*/ 1226820 w 1805940"/>
              <a:gd name="csY55" fmla="*/ 693420 h 1676400"/>
              <a:gd name="csX56" fmla="*/ 1234440 w 1805940"/>
              <a:gd name="csY56" fmla="*/ 716280 h 1676400"/>
              <a:gd name="csX57" fmla="*/ 1264920 w 1805940"/>
              <a:gd name="csY57" fmla="*/ 769620 h 1676400"/>
              <a:gd name="csX58" fmla="*/ 1280160 w 1805940"/>
              <a:gd name="csY58" fmla="*/ 746760 h 1676400"/>
              <a:gd name="csX59" fmla="*/ 1287780 w 1805940"/>
              <a:gd name="csY59" fmla="*/ 723900 h 1676400"/>
              <a:gd name="csX60" fmla="*/ 1310640 w 1805940"/>
              <a:gd name="csY60" fmla="*/ 746760 h 1676400"/>
              <a:gd name="csX61" fmla="*/ 1325880 w 1805940"/>
              <a:gd name="csY61" fmla="*/ 800100 h 1676400"/>
              <a:gd name="csX62" fmla="*/ 1310640 w 1805940"/>
              <a:gd name="csY62" fmla="*/ 853440 h 1676400"/>
              <a:gd name="csX63" fmla="*/ 1325880 w 1805940"/>
              <a:gd name="csY63" fmla="*/ 883920 h 1676400"/>
              <a:gd name="csX64" fmla="*/ 1356360 w 1805940"/>
              <a:gd name="csY64" fmla="*/ 982980 h 1676400"/>
              <a:gd name="csX65" fmla="*/ 1371600 w 1805940"/>
              <a:gd name="csY65" fmla="*/ 952500 h 1676400"/>
              <a:gd name="csX66" fmla="*/ 1356360 w 1805940"/>
              <a:gd name="csY66" fmla="*/ 830580 h 1676400"/>
              <a:gd name="csX67" fmla="*/ 1363980 w 1805940"/>
              <a:gd name="csY67" fmla="*/ 792480 h 1676400"/>
              <a:gd name="csX68" fmla="*/ 1394460 w 1805940"/>
              <a:gd name="csY68" fmla="*/ 784860 h 1676400"/>
              <a:gd name="csX69" fmla="*/ 1417320 w 1805940"/>
              <a:gd name="csY69" fmla="*/ 769620 h 1676400"/>
              <a:gd name="csX70" fmla="*/ 1386840 w 1805940"/>
              <a:gd name="csY70" fmla="*/ 739140 h 1676400"/>
              <a:gd name="csX71" fmla="*/ 1371600 w 1805940"/>
              <a:gd name="csY71" fmla="*/ 708660 h 1676400"/>
              <a:gd name="csX72" fmla="*/ 1394460 w 1805940"/>
              <a:gd name="csY72" fmla="*/ 693420 h 1676400"/>
              <a:gd name="csX73" fmla="*/ 1447800 w 1805940"/>
              <a:gd name="csY73" fmla="*/ 708660 h 1676400"/>
              <a:gd name="csX74" fmla="*/ 1463040 w 1805940"/>
              <a:gd name="csY74" fmla="*/ 678180 h 1676400"/>
              <a:gd name="csX75" fmla="*/ 1455420 w 1805940"/>
              <a:gd name="csY75" fmla="*/ 632460 h 1676400"/>
              <a:gd name="csX76" fmla="*/ 1432560 w 1805940"/>
              <a:gd name="csY76" fmla="*/ 624840 h 1676400"/>
              <a:gd name="csX77" fmla="*/ 1402080 w 1805940"/>
              <a:gd name="csY77" fmla="*/ 617220 h 1676400"/>
              <a:gd name="csX78" fmla="*/ 1394460 w 1805940"/>
              <a:gd name="csY78" fmla="*/ 586740 h 1676400"/>
              <a:gd name="csX79" fmla="*/ 1386840 w 1805940"/>
              <a:gd name="csY79" fmla="*/ 525780 h 1676400"/>
              <a:gd name="csX80" fmla="*/ 1371600 w 1805940"/>
              <a:gd name="csY80" fmla="*/ 495300 h 1676400"/>
              <a:gd name="csX81" fmla="*/ 1363980 w 1805940"/>
              <a:gd name="csY81" fmla="*/ 464820 h 1676400"/>
              <a:gd name="csX82" fmla="*/ 1501140 w 1805940"/>
              <a:gd name="csY82" fmla="*/ 441960 h 1676400"/>
              <a:gd name="csX83" fmla="*/ 1546860 w 1805940"/>
              <a:gd name="csY83" fmla="*/ 426720 h 1676400"/>
              <a:gd name="csX84" fmla="*/ 1638300 w 1805940"/>
              <a:gd name="csY84" fmla="*/ 419100 h 1676400"/>
              <a:gd name="csX85" fmla="*/ 1668780 w 1805940"/>
              <a:gd name="csY85" fmla="*/ 396240 h 1676400"/>
              <a:gd name="csX86" fmla="*/ 1691640 w 1805940"/>
              <a:gd name="csY86" fmla="*/ 388620 h 1676400"/>
              <a:gd name="csX87" fmla="*/ 1805940 w 1805940"/>
              <a:gd name="csY87" fmla="*/ 373380 h 1676400"/>
              <a:gd name="csX88" fmla="*/ 1798320 w 1805940"/>
              <a:gd name="csY88" fmla="*/ 312420 h 1676400"/>
              <a:gd name="csX89" fmla="*/ 1790700 w 1805940"/>
              <a:gd name="csY89" fmla="*/ 289560 h 1676400"/>
              <a:gd name="csX90" fmla="*/ 1767840 w 1805940"/>
              <a:gd name="csY90" fmla="*/ 274320 h 1676400"/>
              <a:gd name="csX91" fmla="*/ 1737360 w 1805940"/>
              <a:gd name="csY91" fmla="*/ 182880 h 1676400"/>
              <a:gd name="csX92" fmla="*/ 1722120 w 1805940"/>
              <a:gd name="csY92" fmla="*/ 106680 h 1676400"/>
              <a:gd name="csX93" fmla="*/ 1706880 w 1805940"/>
              <a:gd name="csY93" fmla="*/ 76200 h 1676400"/>
              <a:gd name="csX94" fmla="*/ 1691640 w 1805940"/>
              <a:gd name="csY94" fmla="*/ 53340 h 1676400"/>
              <a:gd name="csX95" fmla="*/ 1668780 w 1805940"/>
              <a:gd name="csY95" fmla="*/ 45720 h 1676400"/>
              <a:gd name="csX96" fmla="*/ 1645920 w 1805940"/>
              <a:gd name="csY96" fmla="*/ 22860 h 1676400"/>
              <a:gd name="csX97" fmla="*/ 1607820 w 1805940"/>
              <a:gd name="csY97" fmla="*/ 0 h 1676400"/>
              <a:gd name="csX0" fmla="*/ 0 w 1805940"/>
              <a:gd name="csY0" fmla="*/ 2031420 h 2031420"/>
              <a:gd name="csX1" fmla="*/ 60960 w 1805940"/>
              <a:gd name="csY1" fmla="*/ 2023800 h 2031420"/>
              <a:gd name="csX2" fmla="*/ 121920 w 1805940"/>
              <a:gd name="csY2" fmla="*/ 1978080 h 2031420"/>
              <a:gd name="csX3" fmla="*/ 175260 w 1805940"/>
              <a:gd name="csY3" fmla="*/ 1955220 h 2031420"/>
              <a:gd name="csX4" fmla="*/ 198120 w 1805940"/>
              <a:gd name="csY4" fmla="*/ 1939980 h 2031420"/>
              <a:gd name="csX5" fmla="*/ 304800 w 1805940"/>
              <a:gd name="csY5" fmla="*/ 1924740 h 2031420"/>
              <a:gd name="csX6" fmla="*/ 304800 w 1805940"/>
              <a:gd name="csY6" fmla="*/ 1848540 h 2031420"/>
              <a:gd name="csX7" fmla="*/ 281940 w 1805940"/>
              <a:gd name="csY7" fmla="*/ 1833300 h 2031420"/>
              <a:gd name="csX8" fmla="*/ 266700 w 1805940"/>
              <a:gd name="csY8" fmla="*/ 1810440 h 2031420"/>
              <a:gd name="csX9" fmla="*/ 289560 w 1805940"/>
              <a:gd name="csY9" fmla="*/ 1795200 h 2031420"/>
              <a:gd name="csX10" fmla="*/ 342900 w 1805940"/>
              <a:gd name="csY10" fmla="*/ 1802820 h 2031420"/>
              <a:gd name="csX11" fmla="*/ 350520 w 1805940"/>
              <a:gd name="csY11" fmla="*/ 1825680 h 2031420"/>
              <a:gd name="csX12" fmla="*/ 381000 w 1805940"/>
              <a:gd name="csY12" fmla="*/ 1879020 h 2031420"/>
              <a:gd name="csX13" fmla="*/ 396240 w 1805940"/>
              <a:gd name="csY13" fmla="*/ 1909500 h 2031420"/>
              <a:gd name="csX14" fmla="*/ 411480 w 1805940"/>
              <a:gd name="csY14" fmla="*/ 1886640 h 2031420"/>
              <a:gd name="csX15" fmla="*/ 426720 w 1805940"/>
              <a:gd name="csY15" fmla="*/ 1848540 h 2031420"/>
              <a:gd name="csX16" fmla="*/ 449580 w 1805940"/>
              <a:gd name="csY16" fmla="*/ 1863780 h 2031420"/>
              <a:gd name="csX17" fmla="*/ 487680 w 1805940"/>
              <a:gd name="csY17" fmla="*/ 1840920 h 2031420"/>
              <a:gd name="csX18" fmla="*/ 548640 w 1805940"/>
              <a:gd name="csY18" fmla="*/ 1848540 h 2031420"/>
              <a:gd name="csX19" fmla="*/ 563880 w 1805940"/>
              <a:gd name="csY19" fmla="*/ 1825680 h 2031420"/>
              <a:gd name="csX20" fmla="*/ 548640 w 1805940"/>
              <a:gd name="csY20" fmla="*/ 1802820 h 2031420"/>
              <a:gd name="csX21" fmla="*/ 495300 w 1805940"/>
              <a:gd name="csY21" fmla="*/ 1772340 h 2031420"/>
              <a:gd name="csX22" fmla="*/ 518160 w 1805940"/>
              <a:gd name="csY22" fmla="*/ 1757100 h 2031420"/>
              <a:gd name="csX23" fmla="*/ 632460 w 1805940"/>
              <a:gd name="csY23" fmla="*/ 1779960 h 2031420"/>
              <a:gd name="csX24" fmla="*/ 754380 w 1805940"/>
              <a:gd name="csY24" fmla="*/ 1772340 h 2031420"/>
              <a:gd name="csX25" fmla="*/ 784860 w 1805940"/>
              <a:gd name="csY25" fmla="*/ 1779960 h 2031420"/>
              <a:gd name="csX26" fmla="*/ 876300 w 1805940"/>
              <a:gd name="csY26" fmla="*/ 1764720 h 2031420"/>
              <a:gd name="csX27" fmla="*/ 899160 w 1805940"/>
              <a:gd name="csY27" fmla="*/ 1749480 h 2031420"/>
              <a:gd name="csX28" fmla="*/ 891540 w 1805940"/>
              <a:gd name="csY28" fmla="*/ 1688520 h 2031420"/>
              <a:gd name="csX29" fmla="*/ 868680 w 1805940"/>
              <a:gd name="csY29" fmla="*/ 1673280 h 2031420"/>
              <a:gd name="csX30" fmla="*/ 853440 w 1805940"/>
              <a:gd name="csY30" fmla="*/ 1650420 h 2031420"/>
              <a:gd name="csX31" fmla="*/ 883920 w 1805940"/>
              <a:gd name="csY31" fmla="*/ 1627560 h 2031420"/>
              <a:gd name="csX32" fmla="*/ 944880 w 1805940"/>
              <a:gd name="csY32" fmla="*/ 1619940 h 2031420"/>
              <a:gd name="csX33" fmla="*/ 914400 w 1805940"/>
              <a:gd name="csY33" fmla="*/ 1543740 h 2031420"/>
              <a:gd name="csX34" fmla="*/ 891540 w 1805940"/>
              <a:gd name="csY34" fmla="*/ 1520880 h 2031420"/>
              <a:gd name="csX35" fmla="*/ 891540 w 1805940"/>
              <a:gd name="csY35" fmla="*/ 1444680 h 2031420"/>
              <a:gd name="csX36" fmla="*/ 914400 w 1805940"/>
              <a:gd name="csY36" fmla="*/ 1421820 h 2031420"/>
              <a:gd name="csX37" fmla="*/ 929640 w 1805940"/>
              <a:gd name="csY37" fmla="*/ 1383720 h 2031420"/>
              <a:gd name="csX38" fmla="*/ 914400 w 1805940"/>
              <a:gd name="csY38" fmla="*/ 1360860 h 2031420"/>
              <a:gd name="csX39" fmla="*/ 800100 w 1805940"/>
              <a:gd name="csY39" fmla="*/ 1353240 h 2031420"/>
              <a:gd name="csX40" fmla="*/ 777240 w 1805940"/>
              <a:gd name="csY40" fmla="*/ 1322760 h 2031420"/>
              <a:gd name="csX41" fmla="*/ 746760 w 1805940"/>
              <a:gd name="csY41" fmla="*/ 1299900 h 2031420"/>
              <a:gd name="csX42" fmla="*/ 739140 w 1805940"/>
              <a:gd name="csY42" fmla="*/ 1269420 h 2031420"/>
              <a:gd name="csX43" fmla="*/ 754380 w 1805940"/>
              <a:gd name="csY43" fmla="*/ 1246560 h 2031420"/>
              <a:gd name="csX44" fmla="*/ 777240 w 1805940"/>
              <a:gd name="csY44" fmla="*/ 1238940 h 2031420"/>
              <a:gd name="csX45" fmla="*/ 868680 w 1805940"/>
              <a:gd name="csY45" fmla="*/ 1231320 h 2031420"/>
              <a:gd name="csX46" fmla="*/ 891540 w 1805940"/>
              <a:gd name="csY46" fmla="*/ 1223700 h 2031420"/>
              <a:gd name="csX47" fmla="*/ 922020 w 1805940"/>
              <a:gd name="csY47" fmla="*/ 1216080 h 2031420"/>
              <a:gd name="csX48" fmla="*/ 944880 w 1805940"/>
              <a:gd name="csY48" fmla="*/ 1185600 h 2031420"/>
              <a:gd name="csX49" fmla="*/ 982980 w 1805940"/>
              <a:gd name="csY49" fmla="*/ 1048440 h 2031420"/>
              <a:gd name="csX50" fmla="*/ 1036320 w 1805940"/>
              <a:gd name="csY50" fmla="*/ 1056060 h 2031420"/>
              <a:gd name="csX51" fmla="*/ 1143000 w 1805940"/>
              <a:gd name="csY51" fmla="*/ 1056060 h 2031420"/>
              <a:gd name="csX52" fmla="*/ 1165860 w 1805940"/>
              <a:gd name="csY52" fmla="*/ 1025580 h 2031420"/>
              <a:gd name="csX53" fmla="*/ 1188720 w 1805940"/>
              <a:gd name="csY53" fmla="*/ 979860 h 2031420"/>
              <a:gd name="csX54" fmla="*/ 1211580 w 1805940"/>
              <a:gd name="csY54" fmla="*/ 1002720 h 2031420"/>
              <a:gd name="csX55" fmla="*/ 1226820 w 1805940"/>
              <a:gd name="csY55" fmla="*/ 1048440 h 2031420"/>
              <a:gd name="csX56" fmla="*/ 1234440 w 1805940"/>
              <a:gd name="csY56" fmla="*/ 1071300 h 2031420"/>
              <a:gd name="csX57" fmla="*/ 1264920 w 1805940"/>
              <a:gd name="csY57" fmla="*/ 1124640 h 2031420"/>
              <a:gd name="csX58" fmla="*/ 1280160 w 1805940"/>
              <a:gd name="csY58" fmla="*/ 1101780 h 2031420"/>
              <a:gd name="csX59" fmla="*/ 1287780 w 1805940"/>
              <a:gd name="csY59" fmla="*/ 1078920 h 2031420"/>
              <a:gd name="csX60" fmla="*/ 1310640 w 1805940"/>
              <a:gd name="csY60" fmla="*/ 1101780 h 2031420"/>
              <a:gd name="csX61" fmla="*/ 1325880 w 1805940"/>
              <a:gd name="csY61" fmla="*/ 1155120 h 2031420"/>
              <a:gd name="csX62" fmla="*/ 1310640 w 1805940"/>
              <a:gd name="csY62" fmla="*/ 1208460 h 2031420"/>
              <a:gd name="csX63" fmla="*/ 1325880 w 1805940"/>
              <a:gd name="csY63" fmla="*/ 1238940 h 2031420"/>
              <a:gd name="csX64" fmla="*/ 1356360 w 1805940"/>
              <a:gd name="csY64" fmla="*/ 1338000 h 2031420"/>
              <a:gd name="csX65" fmla="*/ 1371600 w 1805940"/>
              <a:gd name="csY65" fmla="*/ 1307520 h 2031420"/>
              <a:gd name="csX66" fmla="*/ 1356360 w 1805940"/>
              <a:gd name="csY66" fmla="*/ 1185600 h 2031420"/>
              <a:gd name="csX67" fmla="*/ 1363980 w 1805940"/>
              <a:gd name="csY67" fmla="*/ 1147500 h 2031420"/>
              <a:gd name="csX68" fmla="*/ 1394460 w 1805940"/>
              <a:gd name="csY68" fmla="*/ 1139880 h 2031420"/>
              <a:gd name="csX69" fmla="*/ 1417320 w 1805940"/>
              <a:gd name="csY69" fmla="*/ 1124640 h 2031420"/>
              <a:gd name="csX70" fmla="*/ 1386840 w 1805940"/>
              <a:gd name="csY70" fmla="*/ 1094160 h 2031420"/>
              <a:gd name="csX71" fmla="*/ 1371600 w 1805940"/>
              <a:gd name="csY71" fmla="*/ 1063680 h 2031420"/>
              <a:gd name="csX72" fmla="*/ 1394460 w 1805940"/>
              <a:gd name="csY72" fmla="*/ 1048440 h 2031420"/>
              <a:gd name="csX73" fmla="*/ 1447800 w 1805940"/>
              <a:gd name="csY73" fmla="*/ 1063680 h 2031420"/>
              <a:gd name="csX74" fmla="*/ 1463040 w 1805940"/>
              <a:gd name="csY74" fmla="*/ 1033200 h 2031420"/>
              <a:gd name="csX75" fmla="*/ 1455420 w 1805940"/>
              <a:gd name="csY75" fmla="*/ 987480 h 2031420"/>
              <a:gd name="csX76" fmla="*/ 1432560 w 1805940"/>
              <a:gd name="csY76" fmla="*/ 979860 h 2031420"/>
              <a:gd name="csX77" fmla="*/ 1402080 w 1805940"/>
              <a:gd name="csY77" fmla="*/ 972240 h 2031420"/>
              <a:gd name="csX78" fmla="*/ 1394460 w 1805940"/>
              <a:gd name="csY78" fmla="*/ 941760 h 2031420"/>
              <a:gd name="csX79" fmla="*/ 1386840 w 1805940"/>
              <a:gd name="csY79" fmla="*/ 880800 h 2031420"/>
              <a:gd name="csX80" fmla="*/ 1371600 w 1805940"/>
              <a:gd name="csY80" fmla="*/ 850320 h 2031420"/>
              <a:gd name="csX81" fmla="*/ 1363980 w 1805940"/>
              <a:gd name="csY81" fmla="*/ 819840 h 2031420"/>
              <a:gd name="csX82" fmla="*/ 1501140 w 1805940"/>
              <a:gd name="csY82" fmla="*/ 796980 h 2031420"/>
              <a:gd name="csX83" fmla="*/ 1546860 w 1805940"/>
              <a:gd name="csY83" fmla="*/ 781740 h 2031420"/>
              <a:gd name="csX84" fmla="*/ 1638300 w 1805940"/>
              <a:gd name="csY84" fmla="*/ 774120 h 2031420"/>
              <a:gd name="csX85" fmla="*/ 1668780 w 1805940"/>
              <a:gd name="csY85" fmla="*/ 751260 h 2031420"/>
              <a:gd name="csX86" fmla="*/ 1691640 w 1805940"/>
              <a:gd name="csY86" fmla="*/ 743640 h 2031420"/>
              <a:gd name="csX87" fmla="*/ 1805940 w 1805940"/>
              <a:gd name="csY87" fmla="*/ 728400 h 2031420"/>
              <a:gd name="csX88" fmla="*/ 1798320 w 1805940"/>
              <a:gd name="csY88" fmla="*/ 667440 h 2031420"/>
              <a:gd name="csX89" fmla="*/ 1790700 w 1805940"/>
              <a:gd name="csY89" fmla="*/ 644580 h 2031420"/>
              <a:gd name="csX90" fmla="*/ 1767840 w 1805940"/>
              <a:gd name="csY90" fmla="*/ 629340 h 2031420"/>
              <a:gd name="csX91" fmla="*/ 1737360 w 1805940"/>
              <a:gd name="csY91" fmla="*/ 537900 h 2031420"/>
              <a:gd name="csX92" fmla="*/ 1722120 w 1805940"/>
              <a:gd name="csY92" fmla="*/ 461700 h 2031420"/>
              <a:gd name="csX93" fmla="*/ 1706880 w 1805940"/>
              <a:gd name="csY93" fmla="*/ 431220 h 2031420"/>
              <a:gd name="csX94" fmla="*/ 1691640 w 1805940"/>
              <a:gd name="csY94" fmla="*/ 408360 h 2031420"/>
              <a:gd name="csX95" fmla="*/ 1668780 w 1805940"/>
              <a:gd name="csY95" fmla="*/ 400740 h 2031420"/>
              <a:gd name="csX96" fmla="*/ 1645920 w 1805940"/>
              <a:gd name="csY96" fmla="*/ 377880 h 2031420"/>
              <a:gd name="csX97" fmla="*/ 1517795 w 1805940"/>
              <a:gd name="csY97" fmla="*/ 0 h 2031420"/>
              <a:gd name="csX0" fmla="*/ 0 w 1805940"/>
              <a:gd name="csY0" fmla="*/ 2031420 h 2031420"/>
              <a:gd name="csX1" fmla="*/ 60960 w 1805940"/>
              <a:gd name="csY1" fmla="*/ 2023800 h 2031420"/>
              <a:gd name="csX2" fmla="*/ 121920 w 1805940"/>
              <a:gd name="csY2" fmla="*/ 1978080 h 2031420"/>
              <a:gd name="csX3" fmla="*/ 175260 w 1805940"/>
              <a:gd name="csY3" fmla="*/ 1955220 h 2031420"/>
              <a:gd name="csX4" fmla="*/ 198120 w 1805940"/>
              <a:gd name="csY4" fmla="*/ 1939980 h 2031420"/>
              <a:gd name="csX5" fmla="*/ 304800 w 1805940"/>
              <a:gd name="csY5" fmla="*/ 1924740 h 2031420"/>
              <a:gd name="csX6" fmla="*/ 304800 w 1805940"/>
              <a:gd name="csY6" fmla="*/ 1848540 h 2031420"/>
              <a:gd name="csX7" fmla="*/ 281940 w 1805940"/>
              <a:gd name="csY7" fmla="*/ 1833300 h 2031420"/>
              <a:gd name="csX8" fmla="*/ 266700 w 1805940"/>
              <a:gd name="csY8" fmla="*/ 1810440 h 2031420"/>
              <a:gd name="csX9" fmla="*/ 289560 w 1805940"/>
              <a:gd name="csY9" fmla="*/ 1795200 h 2031420"/>
              <a:gd name="csX10" fmla="*/ 342900 w 1805940"/>
              <a:gd name="csY10" fmla="*/ 1802820 h 2031420"/>
              <a:gd name="csX11" fmla="*/ 350520 w 1805940"/>
              <a:gd name="csY11" fmla="*/ 1825680 h 2031420"/>
              <a:gd name="csX12" fmla="*/ 381000 w 1805940"/>
              <a:gd name="csY12" fmla="*/ 1879020 h 2031420"/>
              <a:gd name="csX13" fmla="*/ 396240 w 1805940"/>
              <a:gd name="csY13" fmla="*/ 1909500 h 2031420"/>
              <a:gd name="csX14" fmla="*/ 411480 w 1805940"/>
              <a:gd name="csY14" fmla="*/ 1886640 h 2031420"/>
              <a:gd name="csX15" fmla="*/ 426720 w 1805940"/>
              <a:gd name="csY15" fmla="*/ 1848540 h 2031420"/>
              <a:gd name="csX16" fmla="*/ 449580 w 1805940"/>
              <a:gd name="csY16" fmla="*/ 1863780 h 2031420"/>
              <a:gd name="csX17" fmla="*/ 487680 w 1805940"/>
              <a:gd name="csY17" fmla="*/ 1840920 h 2031420"/>
              <a:gd name="csX18" fmla="*/ 548640 w 1805940"/>
              <a:gd name="csY18" fmla="*/ 1848540 h 2031420"/>
              <a:gd name="csX19" fmla="*/ 563880 w 1805940"/>
              <a:gd name="csY19" fmla="*/ 1825680 h 2031420"/>
              <a:gd name="csX20" fmla="*/ 548640 w 1805940"/>
              <a:gd name="csY20" fmla="*/ 1802820 h 2031420"/>
              <a:gd name="csX21" fmla="*/ 495300 w 1805940"/>
              <a:gd name="csY21" fmla="*/ 1772340 h 2031420"/>
              <a:gd name="csX22" fmla="*/ 518160 w 1805940"/>
              <a:gd name="csY22" fmla="*/ 1757100 h 2031420"/>
              <a:gd name="csX23" fmla="*/ 632460 w 1805940"/>
              <a:gd name="csY23" fmla="*/ 1779960 h 2031420"/>
              <a:gd name="csX24" fmla="*/ 754380 w 1805940"/>
              <a:gd name="csY24" fmla="*/ 1772340 h 2031420"/>
              <a:gd name="csX25" fmla="*/ 784860 w 1805940"/>
              <a:gd name="csY25" fmla="*/ 1779960 h 2031420"/>
              <a:gd name="csX26" fmla="*/ 876300 w 1805940"/>
              <a:gd name="csY26" fmla="*/ 1764720 h 2031420"/>
              <a:gd name="csX27" fmla="*/ 899160 w 1805940"/>
              <a:gd name="csY27" fmla="*/ 1749480 h 2031420"/>
              <a:gd name="csX28" fmla="*/ 891540 w 1805940"/>
              <a:gd name="csY28" fmla="*/ 1688520 h 2031420"/>
              <a:gd name="csX29" fmla="*/ 868680 w 1805940"/>
              <a:gd name="csY29" fmla="*/ 1673280 h 2031420"/>
              <a:gd name="csX30" fmla="*/ 853440 w 1805940"/>
              <a:gd name="csY30" fmla="*/ 1650420 h 2031420"/>
              <a:gd name="csX31" fmla="*/ 883920 w 1805940"/>
              <a:gd name="csY31" fmla="*/ 1627560 h 2031420"/>
              <a:gd name="csX32" fmla="*/ 944880 w 1805940"/>
              <a:gd name="csY32" fmla="*/ 1619940 h 2031420"/>
              <a:gd name="csX33" fmla="*/ 914400 w 1805940"/>
              <a:gd name="csY33" fmla="*/ 1543740 h 2031420"/>
              <a:gd name="csX34" fmla="*/ 891540 w 1805940"/>
              <a:gd name="csY34" fmla="*/ 1520880 h 2031420"/>
              <a:gd name="csX35" fmla="*/ 891540 w 1805940"/>
              <a:gd name="csY35" fmla="*/ 1444680 h 2031420"/>
              <a:gd name="csX36" fmla="*/ 914400 w 1805940"/>
              <a:gd name="csY36" fmla="*/ 1421820 h 2031420"/>
              <a:gd name="csX37" fmla="*/ 929640 w 1805940"/>
              <a:gd name="csY37" fmla="*/ 1383720 h 2031420"/>
              <a:gd name="csX38" fmla="*/ 914400 w 1805940"/>
              <a:gd name="csY38" fmla="*/ 1360860 h 2031420"/>
              <a:gd name="csX39" fmla="*/ 800100 w 1805940"/>
              <a:gd name="csY39" fmla="*/ 1353240 h 2031420"/>
              <a:gd name="csX40" fmla="*/ 777240 w 1805940"/>
              <a:gd name="csY40" fmla="*/ 1322760 h 2031420"/>
              <a:gd name="csX41" fmla="*/ 746760 w 1805940"/>
              <a:gd name="csY41" fmla="*/ 1299900 h 2031420"/>
              <a:gd name="csX42" fmla="*/ 739140 w 1805940"/>
              <a:gd name="csY42" fmla="*/ 1269420 h 2031420"/>
              <a:gd name="csX43" fmla="*/ 754380 w 1805940"/>
              <a:gd name="csY43" fmla="*/ 1246560 h 2031420"/>
              <a:gd name="csX44" fmla="*/ 777240 w 1805940"/>
              <a:gd name="csY44" fmla="*/ 1238940 h 2031420"/>
              <a:gd name="csX45" fmla="*/ 868680 w 1805940"/>
              <a:gd name="csY45" fmla="*/ 1231320 h 2031420"/>
              <a:gd name="csX46" fmla="*/ 891540 w 1805940"/>
              <a:gd name="csY46" fmla="*/ 1223700 h 2031420"/>
              <a:gd name="csX47" fmla="*/ 922020 w 1805940"/>
              <a:gd name="csY47" fmla="*/ 1216080 h 2031420"/>
              <a:gd name="csX48" fmla="*/ 944880 w 1805940"/>
              <a:gd name="csY48" fmla="*/ 1185600 h 2031420"/>
              <a:gd name="csX49" fmla="*/ 982980 w 1805940"/>
              <a:gd name="csY49" fmla="*/ 1048440 h 2031420"/>
              <a:gd name="csX50" fmla="*/ 1036320 w 1805940"/>
              <a:gd name="csY50" fmla="*/ 1056060 h 2031420"/>
              <a:gd name="csX51" fmla="*/ 1143000 w 1805940"/>
              <a:gd name="csY51" fmla="*/ 1056060 h 2031420"/>
              <a:gd name="csX52" fmla="*/ 1165860 w 1805940"/>
              <a:gd name="csY52" fmla="*/ 1025580 h 2031420"/>
              <a:gd name="csX53" fmla="*/ 1188720 w 1805940"/>
              <a:gd name="csY53" fmla="*/ 979860 h 2031420"/>
              <a:gd name="csX54" fmla="*/ 1211580 w 1805940"/>
              <a:gd name="csY54" fmla="*/ 1002720 h 2031420"/>
              <a:gd name="csX55" fmla="*/ 1226820 w 1805940"/>
              <a:gd name="csY55" fmla="*/ 1048440 h 2031420"/>
              <a:gd name="csX56" fmla="*/ 1234440 w 1805940"/>
              <a:gd name="csY56" fmla="*/ 1071300 h 2031420"/>
              <a:gd name="csX57" fmla="*/ 1264920 w 1805940"/>
              <a:gd name="csY57" fmla="*/ 1124640 h 2031420"/>
              <a:gd name="csX58" fmla="*/ 1280160 w 1805940"/>
              <a:gd name="csY58" fmla="*/ 1101780 h 2031420"/>
              <a:gd name="csX59" fmla="*/ 1287780 w 1805940"/>
              <a:gd name="csY59" fmla="*/ 1078920 h 2031420"/>
              <a:gd name="csX60" fmla="*/ 1310640 w 1805940"/>
              <a:gd name="csY60" fmla="*/ 1101780 h 2031420"/>
              <a:gd name="csX61" fmla="*/ 1325880 w 1805940"/>
              <a:gd name="csY61" fmla="*/ 1155120 h 2031420"/>
              <a:gd name="csX62" fmla="*/ 1310640 w 1805940"/>
              <a:gd name="csY62" fmla="*/ 1208460 h 2031420"/>
              <a:gd name="csX63" fmla="*/ 1325880 w 1805940"/>
              <a:gd name="csY63" fmla="*/ 1238940 h 2031420"/>
              <a:gd name="csX64" fmla="*/ 1356360 w 1805940"/>
              <a:gd name="csY64" fmla="*/ 1338000 h 2031420"/>
              <a:gd name="csX65" fmla="*/ 1371600 w 1805940"/>
              <a:gd name="csY65" fmla="*/ 1307520 h 2031420"/>
              <a:gd name="csX66" fmla="*/ 1356360 w 1805940"/>
              <a:gd name="csY66" fmla="*/ 1185600 h 2031420"/>
              <a:gd name="csX67" fmla="*/ 1363980 w 1805940"/>
              <a:gd name="csY67" fmla="*/ 1147500 h 2031420"/>
              <a:gd name="csX68" fmla="*/ 1394460 w 1805940"/>
              <a:gd name="csY68" fmla="*/ 1139880 h 2031420"/>
              <a:gd name="csX69" fmla="*/ 1417320 w 1805940"/>
              <a:gd name="csY69" fmla="*/ 1124640 h 2031420"/>
              <a:gd name="csX70" fmla="*/ 1386840 w 1805940"/>
              <a:gd name="csY70" fmla="*/ 1094160 h 2031420"/>
              <a:gd name="csX71" fmla="*/ 1371600 w 1805940"/>
              <a:gd name="csY71" fmla="*/ 1063680 h 2031420"/>
              <a:gd name="csX72" fmla="*/ 1394460 w 1805940"/>
              <a:gd name="csY72" fmla="*/ 1048440 h 2031420"/>
              <a:gd name="csX73" fmla="*/ 1447800 w 1805940"/>
              <a:gd name="csY73" fmla="*/ 1063680 h 2031420"/>
              <a:gd name="csX74" fmla="*/ 1463040 w 1805940"/>
              <a:gd name="csY74" fmla="*/ 1033200 h 2031420"/>
              <a:gd name="csX75" fmla="*/ 1455420 w 1805940"/>
              <a:gd name="csY75" fmla="*/ 987480 h 2031420"/>
              <a:gd name="csX76" fmla="*/ 1432560 w 1805940"/>
              <a:gd name="csY76" fmla="*/ 979860 h 2031420"/>
              <a:gd name="csX77" fmla="*/ 1402080 w 1805940"/>
              <a:gd name="csY77" fmla="*/ 972240 h 2031420"/>
              <a:gd name="csX78" fmla="*/ 1394460 w 1805940"/>
              <a:gd name="csY78" fmla="*/ 941760 h 2031420"/>
              <a:gd name="csX79" fmla="*/ 1386840 w 1805940"/>
              <a:gd name="csY79" fmla="*/ 880800 h 2031420"/>
              <a:gd name="csX80" fmla="*/ 1371600 w 1805940"/>
              <a:gd name="csY80" fmla="*/ 850320 h 2031420"/>
              <a:gd name="csX81" fmla="*/ 1363980 w 1805940"/>
              <a:gd name="csY81" fmla="*/ 819840 h 2031420"/>
              <a:gd name="csX82" fmla="*/ 1501140 w 1805940"/>
              <a:gd name="csY82" fmla="*/ 796980 h 2031420"/>
              <a:gd name="csX83" fmla="*/ 1546860 w 1805940"/>
              <a:gd name="csY83" fmla="*/ 781740 h 2031420"/>
              <a:gd name="csX84" fmla="*/ 1638300 w 1805940"/>
              <a:gd name="csY84" fmla="*/ 774120 h 2031420"/>
              <a:gd name="csX85" fmla="*/ 1668780 w 1805940"/>
              <a:gd name="csY85" fmla="*/ 751260 h 2031420"/>
              <a:gd name="csX86" fmla="*/ 1691640 w 1805940"/>
              <a:gd name="csY86" fmla="*/ 743640 h 2031420"/>
              <a:gd name="csX87" fmla="*/ 1805940 w 1805940"/>
              <a:gd name="csY87" fmla="*/ 728400 h 2031420"/>
              <a:gd name="csX88" fmla="*/ 1798320 w 1805940"/>
              <a:gd name="csY88" fmla="*/ 667440 h 2031420"/>
              <a:gd name="csX89" fmla="*/ 1790700 w 1805940"/>
              <a:gd name="csY89" fmla="*/ 644580 h 2031420"/>
              <a:gd name="csX90" fmla="*/ 1767840 w 1805940"/>
              <a:gd name="csY90" fmla="*/ 629340 h 2031420"/>
              <a:gd name="csX91" fmla="*/ 1737360 w 1805940"/>
              <a:gd name="csY91" fmla="*/ 537900 h 2031420"/>
              <a:gd name="csX92" fmla="*/ 1722120 w 1805940"/>
              <a:gd name="csY92" fmla="*/ 461700 h 2031420"/>
              <a:gd name="csX93" fmla="*/ 1706880 w 1805940"/>
              <a:gd name="csY93" fmla="*/ 431220 h 2031420"/>
              <a:gd name="csX94" fmla="*/ 1691640 w 1805940"/>
              <a:gd name="csY94" fmla="*/ 408360 h 2031420"/>
              <a:gd name="csX95" fmla="*/ 1668780 w 1805940"/>
              <a:gd name="csY95" fmla="*/ 400740 h 2031420"/>
              <a:gd name="csX96" fmla="*/ 1438169 w 1805940"/>
              <a:gd name="csY96" fmla="*/ 226996 h 2031420"/>
              <a:gd name="csX97" fmla="*/ 1517795 w 1805940"/>
              <a:gd name="csY97" fmla="*/ 0 h 2031420"/>
              <a:gd name="csX0" fmla="*/ 0 w 1805940"/>
              <a:gd name="csY0" fmla="*/ 2031420 h 2031420"/>
              <a:gd name="csX1" fmla="*/ 60960 w 1805940"/>
              <a:gd name="csY1" fmla="*/ 2023800 h 2031420"/>
              <a:gd name="csX2" fmla="*/ 121920 w 1805940"/>
              <a:gd name="csY2" fmla="*/ 1978080 h 2031420"/>
              <a:gd name="csX3" fmla="*/ 175260 w 1805940"/>
              <a:gd name="csY3" fmla="*/ 1955220 h 2031420"/>
              <a:gd name="csX4" fmla="*/ 198120 w 1805940"/>
              <a:gd name="csY4" fmla="*/ 1939980 h 2031420"/>
              <a:gd name="csX5" fmla="*/ 304800 w 1805940"/>
              <a:gd name="csY5" fmla="*/ 1924740 h 2031420"/>
              <a:gd name="csX6" fmla="*/ 304800 w 1805940"/>
              <a:gd name="csY6" fmla="*/ 1848540 h 2031420"/>
              <a:gd name="csX7" fmla="*/ 281940 w 1805940"/>
              <a:gd name="csY7" fmla="*/ 1833300 h 2031420"/>
              <a:gd name="csX8" fmla="*/ 266700 w 1805940"/>
              <a:gd name="csY8" fmla="*/ 1810440 h 2031420"/>
              <a:gd name="csX9" fmla="*/ 289560 w 1805940"/>
              <a:gd name="csY9" fmla="*/ 1795200 h 2031420"/>
              <a:gd name="csX10" fmla="*/ 342900 w 1805940"/>
              <a:gd name="csY10" fmla="*/ 1802820 h 2031420"/>
              <a:gd name="csX11" fmla="*/ 350520 w 1805940"/>
              <a:gd name="csY11" fmla="*/ 1825680 h 2031420"/>
              <a:gd name="csX12" fmla="*/ 381000 w 1805940"/>
              <a:gd name="csY12" fmla="*/ 1879020 h 2031420"/>
              <a:gd name="csX13" fmla="*/ 396240 w 1805940"/>
              <a:gd name="csY13" fmla="*/ 1909500 h 2031420"/>
              <a:gd name="csX14" fmla="*/ 411480 w 1805940"/>
              <a:gd name="csY14" fmla="*/ 1886640 h 2031420"/>
              <a:gd name="csX15" fmla="*/ 426720 w 1805940"/>
              <a:gd name="csY15" fmla="*/ 1848540 h 2031420"/>
              <a:gd name="csX16" fmla="*/ 449580 w 1805940"/>
              <a:gd name="csY16" fmla="*/ 1863780 h 2031420"/>
              <a:gd name="csX17" fmla="*/ 487680 w 1805940"/>
              <a:gd name="csY17" fmla="*/ 1840920 h 2031420"/>
              <a:gd name="csX18" fmla="*/ 548640 w 1805940"/>
              <a:gd name="csY18" fmla="*/ 1848540 h 2031420"/>
              <a:gd name="csX19" fmla="*/ 563880 w 1805940"/>
              <a:gd name="csY19" fmla="*/ 1825680 h 2031420"/>
              <a:gd name="csX20" fmla="*/ 548640 w 1805940"/>
              <a:gd name="csY20" fmla="*/ 1802820 h 2031420"/>
              <a:gd name="csX21" fmla="*/ 495300 w 1805940"/>
              <a:gd name="csY21" fmla="*/ 1772340 h 2031420"/>
              <a:gd name="csX22" fmla="*/ 518160 w 1805940"/>
              <a:gd name="csY22" fmla="*/ 1757100 h 2031420"/>
              <a:gd name="csX23" fmla="*/ 632460 w 1805940"/>
              <a:gd name="csY23" fmla="*/ 1779960 h 2031420"/>
              <a:gd name="csX24" fmla="*/ 754380 w 1805940"/>
              <a:gd name="csY24" fmla="*/ 1772340 h 2031420"/>
              <a:gd name="csX25" fmla="*/ 784860 w 1805940"/>
              <a:gd name="csY25" fmla="*/ 1779960 h 2031420"/>
              <a:gd name="csX26" fmla="*/ 876300 w 1805940"/>
              <a:gd name="csY26" fmla="*/ 1764720 h 2031420"/>
              <a:gd name="csX27" fmla="*/ 899160 w 1805940"/>
              <a:gd name="csY27" fmla="*/ 1749480 h 2031420"/>
              <a:gd name="csX28" fmla="*/ 891540 w 1805940"/>
              <a:gd name="csY28" fmla="*/ 1688520 h 2031420"/>
              <a:gd name="csX29" fmla="*/ 868680 w 1805940"/>
              <a:gd name="csY29" fmla="*/ 1673280 h 2031420"/>
              <a:gd name="csX30" fmla="*/ 853440 w 1805940"/>
              <a:gd name="csY30" fmla="*/ 1650420 h 2031420"/>
              <a:gd name="csX31" fmla="*/ 883920 w 1805940"/>
              <a:gd name="csY31" fmla="*/ 1627560 h 2031420"/>
              <a:gd name="csX32" fmla="*/ 944880 w 1805940"/>
              <a:gd name="csY32" fmla="*/ 1619940 h 2031420"/>
              <a:gd name="csX33" fmla="*/ 914400 w 1805940"/>
              <a:gd name="csY33" fmla="*/ 1543740 h 2031420"/>
              <a:gd name="csX34" fmla="*/ 891540 w 1805940"/>
              <a:gd name="csY34" fmla="*/ 1520880 h 2031420"/>
              <a:gd name="csX35" fmla="*/ 891540 w 1805940"/>
              <a:gd name="csY35" fmla="*/ 1444680 h 2031420"/>
              <a:gd name="csX36" fmla="*/ 914400 w 1805940"/>
              <a:gd name="csY36" fmla="*/ 1421820 h 2031420"/>
              <a:gd name="csX37" fmla="*/ 929640 w 1805940"/>
              <a:gd name="csY37" fmla="*/ 1383720 h 2031420"/>
              <a:gd name="csX38" fmla="*/ 914400 w 1805940"/>
              <a:gd name="csY38" fmla="*/ 1360860 h 2031420"/>
              <a:gd name="csX39" fmla="*/ 800100 w 1805940"/>
              <a:gd name="csY39" fmla="*/ 1353240 h 2031420"/>
              <a:gd name="csX40" fmla="*/ 777240 w 1805940"/>
              <a:gd name="csY40" fmla="*/ 1322760 h 2031420"/>
              <a:gd name="csX41" fmla="*/ 746760 w 1805940"/>
              <a:gd name="csY41" fmla="*/ 1299900 h 2031420"/>
              <a:gd name="csX42" fmla="*/ 739140 w 1805940"/>
              <a:gd name="csY42" fmla="*/ 1269420 h 2031420"/>
              <a:gd name="csX43" fmla="*/ 754380 w 1805940"/>
              <a:gd name="csY43" fmla="*/ 1246560 h 2031420"/>
              <a:gd name="csX44" fmla="*/ 777240 w 1805940"/>
              <a:gd name="csY44" fmla="*/ 1238940 h 2031420"/>
              <a:gd name="csX45" fmla="*/ 868680 w 1805940"/>
              <a:gd name="csY45" fmla="*/ 1231320 h 2031420"/>
              <a:gd name="csX46" fmla="*/ 891540 w 1805940"/>
              <a:gd name="csY46" fmla="*/ 1223700 h 2031420"/>
              <a:gd name="csX47" fmla="*/ 922020 w 1805940"/>
              <a:gd name="csY47" fmla="*/ 1216080 h 2031420"/>
              <a:gd name="csX48" fmla="*/ 944880 w 1805940"/>
              <a:gd name="csY48" fmla="*/ 1185600 h 2031420"/>
              <a:gd name="csX49" fmla="*/ 982980 w 1805940"/>
              <a:gd name="csY49" fmla="*/ 1048440 h 2031420"/>
              <a:gd name="csX50" fmla="*/ 1036320 w 1805940"/>
              <a:gd name="csY50" fmla="*/ 1056060 h 2031420"/>
              <a:gd name="csX51" fmla="*/ 1143000 w 1805940"/>
              <a:gd name="csY51" fmla="*/ 1056060 h 2031420"/>
              <a:gd name="csX52" fmla="*/ 1165860 w 1805940"/>
              <a:gd name="csY52" fmla="*/ 1025580 h 2031420"/>
              <a:gd name="csX53" fmla="*/ 1188720 w 1805940"/>
              <a:gd name="csY53" fmla="*/ 979860 h 2031420"/>
              <a:gd name="csX54" fmla="*/ 1211580 w 1805940"/>
              <a:gd name="csY54" fmla="*/ 1002720 h 2031420"/>
              <a:gd name="csX55" fmla="*/ 1226820 w 1805940"/>
              <a:gd name="csY55" fmla="*/ 1048440 h 2031420"/>
              <a:gd name="csX56" fmla="*/ 1234440 w 1805940"/>
              <a:gd name="csY56" fmla="*/ 1071300 h 2031420"/>
              <a:gd name="csX57" fmla="*/ 1264920 w 1805940"/>
              <a:gd name="csY57" fmla="*/ 1124640 h 2031420"/>
              <a:gd name="csX58" fmla="*/ 1280160 w 1805940"/>
              <a:gd name="csY58" fmla="*/ 1101780 h 2031420"/>
              <a:gd name="csX59" fmla="*/ 1287780 w 1805940"/>
              <a:gd name="csY59" fmla="*/ 1078920 h 2031420"/>
              <a:gd name="csX60" fmla="*/ 1310640 w 1805940"/>
              <a:gd name="csY60" fmla="*/ 1101780 h 2031420"/>
              <a:gd name="csX61" fmla="*/ 1325880 w 1805940"/>
              <a:gd name="csY61" fmla="*/ 1155120 h 2031420"/>
              <a:gd name="csX62" fmla="*/ 1310640 w 1805940"/>
              <a:gd name="csY62" fmla="*/ 1208460 h 2031420"/>
              <a:gd name="csX63" fmla="*/ 1325880 w 1805940"/>
              <a:gd name="csY63" fmla="*/ 1238940 h 2031420"/>
              <a:gd name="csX64" fmla="*/ 1356360 w 1805940"/>
              <a:gd name="csY64" fmla="*/ 1338000 h 2031420"/>
              <a:gd name="csX65" fmla="*/ 1371600 w 1805940"/>
              <a:gd name="csY65" fmla="*/ 1307520 h 2031420"/>
              <a:gd name="csX66" fmla="*/ 1356360 w 1805940"/>
              <a:gd name="csY66" fmla="*/ 1185600 h 2031420"/>
              <a:gd name="csX67" fmla="*/ 1363980 w 1805940"/>
              <a:gd name="csY67" fmla="*/ 1147500 h 2031420"/>
              <a:gd name="csX68" fmla="*/ 1394460 w 1805940"/>
              <a:gd name="csY68" fmla="*/ 1139880 h 2031420"/>
              <a:gd name="csX69" fmla="*/ 1417320 w 1805940"/>
              <a:gd name="csY69" fmla="*/ 1124640 h 2031420"/>
              <a:gd name="csX70" fmla="*/ 1386840 w 1805940"/>
              <a:gd name="csY70" fmla="*/ 1094160 h 2031420"/>
              <a:gd name="csX71" fmla="*/ 1371600 w 1805940"/>
              <a:gd name="csY71" fmla="*/ 1063680 h 2031420"/>
              <a:gd name="csX72" fmla="*/ 1394460 w 1805940"/>
              <a:gd name="csY72" fmla="*/ 1048440 h 2031420"/>
              <a:gd name="csX73" fmla="*/ 1447800 w 1805940"/>
              <a:gd name="csY73" fmla="*/ 1063680 h 2031420"/>
              <a:gd name="csX74" fmla="*/ 1463040 w 1805940"/>
              <a:gd name="csY74" fmla="*/ 1033200 h 2031420"/>
              <a:gd name="csX75" fmla="*/ 1455420 w 1805940"/>
              <a:gd name="csY75" fmla="*/ 987480 h 2031420"/>
              <a:gd name="csX76" fmla="*/ 1432560 w 1805940"/>
              <a:gd name="csY76" fmla="*/ 979860 h 2031420"/>
              <a:gd name="csX77" fmla="*/ 1402080 w 1805940"/>
              <a:gd name="csY77" fmla="*/ 972240 h 2031420"/>
              <a:gd name="csX78" fmla="*/ 1394460 w 1805940"/>
              <a:gd name="csY78" fmla="*/ 941760 h 2031420"/>
              <a:gd name="csX79" fmla="*/ 1386840 w 1805940"/>
              <a:gd name="csY79" fmla="*/ 880800 h 2031420"/>
              <a:gd name="csX80" fmla="*/ 1371600 w 1805940"/>
              <a:gd name="csY80" fmla="*/ 850320 h 2031420"/>
              <a:gd name="csX81" fmla="*/ 1363980 w 1805940"/>
              <a:gd name="csY81" fmla="*/ 819840 h 2031420"/>
              <a:gd name="csX82" fmla="*/ 1501140 w 1805940"/>
              <a:gd name="csY82" fmla="*/ 796980 h 2031420"/>
              <a:gd name="csX83" fmla="*/ 1546860 w 1805940"/>
              <a:gd name="csY83" fmla="*/ 781740 h 2031420"/>
              <a:gd name="csX84" fmla="*/ 1638300 w 1805940"/>
              <a:gd name="csY84" fmla="*/ 774120 h 2031420"/>
              <a:gd name="csX85" fmla="*/ 1668780 w 1805940"/>
              <a:gd name="csY85" fmla="*/ 751260 h 2031420"/>
              <a:gd name="csX86" fmla="*/ 1691640 w 1805940"/>
              <a:gd name="csY86" fmla="*/ 743640 h 2031420"/>
              <a:gd name="csX87" fmla="*/ 1805940 w 1805940"/>
              <a:gd name="csY87" fmla="*/ 728400 h 2031420"/>
              <a:gd name="csX88" fmla="*/ 1798320 w 1805940"/>
              <a:gd name="csY88" fmla="*/ 667440 h 2031420"/>
              <a:gd name="csX89" fmla="*/ 1790700 w 1805940"/>
              <a:gd name="csY89" fmla="*/ 644580 h 2031420"/>
              <a:gd name="csX90" fmla="*/ 1767840 w 1805940"/>
              <a:gd name="csY90" fmla="*/ 629340 h 2031420"/>
              <a:gd name="csX91" fmla="*/ 1737360 w 1805940"/>
              <a:gd name="csY91" fmla="*/ 537900 h 2031420"/>
              <a:gd name="csX92" fmla="*/ 1722120 w 1805940"/>
              <a:gd name="csY92" fmla="*/ 461700 h 2031420"/>
              <a:gd name="csX93" fmla="*/ 1706880 w 1805940"/>
              <a:gd name="csY93" fmla="*/ 431220 h 2031420"/>
              <a:gd name="csX94" fmla="*/ 1691640 w 1805940"/>
              <a:gd name="csY94" fmla="*/ 408360 h 2031420"/>
              <a:gd name="csX95" fmla="*/ 1668780 w 1805940"/>
              <a:gd name="csY95" fmla="*/ 400740 h 2031420"/>
              <a:gd name="csX96" fmla="*/ 1438169 w 1805940"/>
              <a:gd name="csY96" fmla="*/ 226996 h 2031420"/>
              <a:gd name="csX97" fmla="*/ 1411323 w 1805940"/>
              <a:gd name="csY97" fmla="*/ 59704 h 2031420"/>
              <a:gd name="csX98" fmla="*/ 1517795 w 1805940"/>
              <a:gd name="csY98" fmla="*/ 0 h 2031420"/>
              <a:gd name="csX0" fmla="*/ 0 w 1805940"/>
              <a:gd name="csY0" fmla="*/ 2049171 h 2049171"/>
              <a:gd name="csX1" fmla="*/ 60960 w 1805940"/>
              <a:gd name="csY1" fmla="*/ 2041551 h 2049171"/>
              <a:gd name="csX2" fmla="*/ 121920 w 1805940"/>
              <a:gd name="csY2" fmla="*/ 1995831 h 2049171"/>
              <a:gd name="csX3" fmla="*/ 175260 w 1805940"/>
              <a:gd name="csY3" fmla="*/ 1972971 h 2049171"/>
              <a:gd name="csX4" fmla="*/ 198120 w 1805940"/>
              <a:gd name="csY4" fmla="*/ 1957731 h 2049171"/>
              <a:gd name="csX5" fmla="*/ 304800 w 1805940"/>
              <a:gd name="csY5" fmla="*/ 1942491 h 2049171"/>
              <a:gd name="csX6" fmla="*/ 304800 w 1805940"/>
              <a:gd name="csY6" fmla="*/ 1866291 h 2049171"/>
              <a:gd name="csX7" fmla="*/ 281940 w 1805940"/>
              <a:gd name="csY7" fmla="*/ 1851051 h 2049171"/>
              <a:gd name="csX8" fmla="*/ 266700 w 1805940"/>
              <a:gd name="csY8" fmla="*/ 1828191 h 2049171"/>
              <a:gd name="csX9" fmla="*/ 289560 w 1805940"/>
              <a:gd name="csY9" fmla="*/ 1812951 h 2049171"/>
              <a:gd name="csX10" fmla="*/ 342900 w 1805940"/>
              <a:gd name="csY10" fmla="*/ 1820571 h 2049171"/>
              <a:gd name="csX11" fmla="*/ 350520 w 1805940"/>
              <a:gd name="csY11" fmla="*/ 1843431 h 2049171"/>
              <a:gd name="csX12" fmla="*/ 381000 w 1805940"/>
              <a:gd name="csY12" fmla="*/ 1896771 h 2049171"/>
              <a:gd name="csX13" fmla="*/ 396240 w 1805940"/>
              <a:gd name="csY13" fmla="*/ 1927251 h 2049171"/>
              <a:gd name="csX14" fmla="*/ 411480 w 1805940"/>
              <a:gd name="csY14" fmla="*/ 1904391 h 2049171"/>
              <a:gd name="csX15" fmla="*/ 426720 w 1805940"/>
              <a:gd name="csY15" fmla="*/ 1866291 h 2049171"/>
              <a:gd name="csX16" fmla="*/ 449580 w 1805940"/>
              <a:gd name="csY16" fmla="*/ 1881531 h 2049171"/>
              <a:gd name="csX17" fmla="*/ 487680 w 1805940"/>
              <a:gd name="csY17" fmla="*/ 1858671 h 2049171"/>
              <a:gd name="csX18" fmla="*/ 548640 w 1805940"/>
              <a:gd name="csY18" fmla="*/ 1866291 h 2049171"/>
              <a:gd name="csX19" fmla="*/ 563880 w 1805940"/>
              <a:gd name="csY19" fmla="*/ 1843431 h 2049171"/>
              <a:gd name="csX20" fmla="*/ 548640 w 1805940"/>
              <a:gd name="csY20" fmla="*/ 1820571 h 2049171"/>
              <a:gd name="csX21" fmla="*/ 495300 w 1805940"/>
              <a:gd name="csY21" fmla="*/ 1790091 h 2049171"/>
              <a:gd name="csX22" fmla="*/ 518160 w 1805940"/>
              <a:gd name="csY22" fmla="*/ 1774851 h 2049171"/>
              <a:gd name="csX23" fmla="*/ 632460 w 1805940"/>
              <a:gd name="csY23" fmla="*/ 1797711 h 2049171"/>
              <a:gd name="csX24" fmla="*/ 754380 w 1805940"/>
              <a:gd name="csY24" fmla="*/ 1790091 h 2049171"/>
              <a:gd name="csX25" fmla="*/ 784860 w 1805940"/>
              <a:gd name="csY25" fmla="*/ 1797711 h 2049171"/>
              <a:gd name="csX26" fmla="*/ 876300 w 1805940"/>
              <a:gd name="csY26" fmla="*/ 1782471 h 2049171"/>
              <a:gd name="csX27" fmla="*/ 899160 w 1805940"/>
              <a:gd name="csY27" fmla="*/ 1767231 h 2049171"/>
              <a:gd name="csX28" fmla="*/ 891540 w 1805940"/>
              <a:gd name="csY28" fmla="*/ 1706271 h 2049171"/>
              <a:gd name="csX29" fmla="*/ 868680 w 1805940"/>
              <a:gd name="csY29" fmla="*/ 1691031 h 2049171"/>
              <a:gd name="csX30" fmla="*/ 853440 w 1805940"/>
              <a:gd name="csY30" fmla="*/ 1668171 h 2049171"/>
              <a:gd name="csX31" fmla="*/ 883920 w 1805940"/>
              <a:gd name="csY31" fmla="*/ 1645311 h 2049171"/>
              <a:gd name="csX32" fmla="*/ 944880 w 1805940"/>
              <a:gd name="csY32" fmla="*/ 1637691 h 2049171"/>
              <a:gd name="csX33" fmla="*/ 914400 w 1805940"/>
              <a:gd name="csY33" fmla="*/ 1561491 h 2049171"/>
              <a:gd name="csX34" fmla="*/ 891540 w 1805940"/>
              <a:gd name="csY34" fmla="*/ 1538631 h 2049171"/>
              <a:gd name="csX35" fmla="*/ 891540 w 1805940"/>
              <a:gd name="csY35" fmla="*/ 1462431 h 2049171"/>
              <a:gd name="csX36" fmla="*/ 914400 w 1805940"/>
              <a:gd name="csY36" fmla="*/ 1439571 h 2049171"/>
              <a:gd name="csX37" fmla="*/ 929640 w 1805940"/>
              <a:gd name="csY37" fmla="*/ 1401471 h 2049171"/>
              <a:gd name="csX38" fmla="*/ 914400 w 1805940"/>
              <a:gd name="csY38" fmla="*/ 1378611 h 2049171"/>
              <a:gd name="csX39" fmla="*/ 800100 w 1805940"/>
              <a:gd name="csY39" fmla="*/ 1370991 h 2049171"/>
              <a:gd name="csX40" fmla="*/ 777240 w 1805940"/>
              <a:gd name="csY40" fmla="*/ 1340511 h 2049171"/>
              <a:gd name="csX41" fmla="*/ 746760 w 1805940"/>
              <a:gd name="csY41" fmla="*/ 1317651 h 2049171"/>
              <a:gd name="csX42" fmla="*/ 739140 w 1805940"/>
              <a:gd name="csY42" fmla="*/ 1287171 h 2049171"/>
              <a:gd name="csX43" fmla="*/ 754380 w 1805940"/>
              <a:gd name="csY43" fmla="*/ 1264311 h 2049171"/>
              <a:gd name="csX44" fmla="*/ 777240 w 1805940"/>
              <a:gd name="csY44" fmla="*/ 1256691 h 2049171"/>
              <a:gd name="csX45" fmla="*/ 868680 w 1805940"/>
              <a:gd name="csY45" fmla="*/ 1249071 h 2049171"/>
              <a:gd name="csX46" fmla="*/ 891540 w 1805940"/>
              <a:gd name="csY46" fmla="*/ 1241451 h 2049171"/>
              <a:gd name="csX47" fmla="*/ 922020 w 1805940"/>
              <a:gd name="csY47" fmla="*/ 1233831 h 2049171"/>
              <a:gd name="csX48" fmla="*/ 944880 w 1805940"/>
              <a:gd name="csY48" fmla="*/ 1203351 h 2049171"/>
              <a:gd name="csX49" fmla="*/ 982980 w 1805940"/>
              <a:gd name="csY49" fmla="*/ 1066191 h 2049171"/>
              <a:gd name="csX50" fmla="*/ 1036320 w 1805940"/>
              <a:gd name="csY50" fmla="*/ 1073811 h 2049171"/>
              <a:gd name="csX51" fmla="*/ 1143000 w 1805940"/>
              <a:gd name="csY51" fmla="*/ 1073811 h 2049171"/>
              <a:gd name="csX52" fmla="*/ 1165860 w 1805940"/>
              <a:gd name="csY52" fmla="*/ 1043331 h 2049171"/>
              <a:gd name="csX53" fmla="*/ 1188720 w 1805940"/>
              <a:gd name="csY53" fmla="*/ 997611 h 2049171"/>
              <a:gd name="csX54" fmla="*/ 1211580 w 1805940"/>
              <a:gd name="csY54" fmla="*/ 1020471 h 2049171"/>
              <a:gd name="csX55" fmla="*/ 1226820 w 1805940"/>
              <a:gd name="csY55" fmla="*/ 1066191 h 2049171"/>
              <a:gd name="csX56" fmla="*/ 1234440 w 1805940"/>
              <a:gd name="csY56" fmla="*/ 1089051 h 2049171"/>
              <a:gd name="csX57" fmla="*/ 1264920 w 1805940"/>
              <a:gd name="csY57" fmla="*/ 1142391 h 2049171"/>
              <a:gd name="csX58" fmla="*/ 1280160 w 1805940"/>
              <a:gd name="csY58" fmla="*/ 1119531 h 2049171"/>
              <a:gd name="csX59" fmla="*/ 1287780 w 1805940"/>
              <a:gd name="csY59" fmla="*/ 1096671 h 2049171"/>
              <a:gd name="csX60" fmla="*/ 1310640 w 1805940"/>
              <a:gd name="csY60" fmla="*/ 1119531 h 2049171"/>
              <a:gd name="csX61" fmla="*/ 1325880 w 1805940"/>
              <a:gd name="csY61" fmla="*/ 1172871 h 2049171"/>
              <a:gd name="csX62" fmla="*/ 1310640 w 1805940"/>
              <a:gd name="csY62" fmla="*/ 1226211 h 2049171"/>
              <a:gd name="csX63" fmla="*/ 1325880 w 1805940"/>
              <a:gd name="csY63" fmla="*/ 1256691 h 2049171"/>
              <a:gd name="csX64" fmla="*/ 1356360 w 1805940"/>
              <a:gd name="csY64" fmla="*/ 1355751 h 2049171"/>
              <a:gd name="csX65" fmla="*/ 1371600 w 1805940"/>
              <a:gd name="csY65" fmla="*/ 1325271 h 2049171"/>
              <a:gd name="csX66" fmla="*/ 1356360 w 1805940"/>
              <a:gd name="csY66" fmla="*/ 1203351 h 2049171"/>
              <a:gd name="csX67" fmla="*/ 1363980 w 1805940"/>
              <a:gd name="csY67" fmla="*/ 1165251 h 2049171"/>
              <a:gd name="csX68" fmla="*/ 1394460 w 1805940"/>
              <a:gd name="csY68" fmla="*/ 1157631 h 2049171"/>
              <a:gd name="csX69" fmla="*/ 1417320 w 1805940"/>
              <a:gd name="csY69" fmla="*/ 1142391 h 2049171"/>
              <a:gd name="csX70" fmla="*/ 1386840 w 1805940"/>
              <a:gd name="csY70" fmla="*/ 1111911 h 2049171"/>
              <a:gd name="csX71" fmla="*/ 1371600 w 1805940"/>
              <a:gd name="csY71" fmla="*/ 1081431 h 2049171"/>
              <a:gd name="csX72" fmla="*/ 1394460 w 1805940"/>
              <a:gd name="csY72" fmla="*/ 1066191 h 2049171"/>
              <a:gd name="csX73" fmla="*/ 1447800 w 1805940"/>
              <a:gd name="csY73" fmla="*/ 1081431 h 2049171"/>
              <a:gd name="csX74" fmla="*/ 1463040 w 1805940"/>
              <a:gd name="csY74" fmla="*/ 1050951 h 2049171"/>
              <a:gd name="csX75" fmla="*/ 1455420 w 1805940"/>
              <a:gd name="csY75" fmla="*/ 1005231 h 2049171"/>
              <a:gd name="csX76" fmla="*/ 1432560 w 1805940"/>
              <a:gd name="csY76" fmla="*/ 997611 h 2049171"/>
              <a:gd name="csX77" fmla="*/ 1402080 w 1805940"/>
              <a:gd name="csY77" fmla="*/ 989991 h 2049171"/>
              <a:gd name="csX78" fmla="*/ 1394460 w 1805940"/>
              <a:gd name="csY78" fmla="*/ 959511 h 2049171"/>
              <a:gd name="csX79" fmla="*/ 1386840 w 1805940"/>
              <a:gd name="csY79" fmla="*/ 898551 h 2049171"/>
              <a:gd name="csX80" fmla="*/ 1371600 w 1805940"/>
              <a:gd name="csY80" fmla="*/ 868071 h 2049171"/>
              <a:gd name="csX81" fmla="*/ 1363980 w 1805940"/>
              <a:gd name="csY81" fmla="*/ 837591 h 2049171"/>
              <a:gd name="csX82" fmla="*/ 1501140 w 1805940"/>
              <a:gd name="csY82" fmla="*/ 814731 h 2049171"/>
              <a:gd name="csX83" fmla="*/ 1546860 w 1805940"/>
              <a:gd name="csY83" fmla="*/ 799491 h 2049171"/>
              <a:gd name="csX84" fmla="*/ 1638300 w 1805940"/>
              <a:gd name="csY84" fmla="*/ 791871 h 2049171"/>
              <a:gd name="csX85" fmla="*/ 1668780 w 1805940"/>
              <a:gd name="csY85" fmla="*/ 769011 h 2049171"/>
              <a:gd name="csX86" fmla="*/ 1691640 w 1805940"/>
              <a:gd name="csY86" fmla="*/ 761391 h 2049171"/>
              <a:gd name="csX87" fmla="*/ 1805940 w 1805940"/>
              <a:gd name="csY87" fmla="*/ 746151 h 2049171"/>
              <a:gd name="csX88" fmla="*/ 1798320 w 1805940"/>
              <a:gd name="csY88" fmla="*/ 685191 h 2049171"/>
              <a:gd name="csX89" fmla="*/ 1790700 w 1805940"/>
              <a:gd name="csY89" fmla="*/ 662331 h 2049171"/>
              <a:gd name="csX90" fmla="*/ 1767840 w 1805940"/>
              <a:gd name="csY90" fmla="*/ 647091 h 2049171"/>
              <a:gd name="csX91" fmla="*/ 1737360 w 1805940"/>
              <a:gd name="csY91" fmla="*/ 555651 h 2049171"/>
              <a:gd name="csX92" fmla="*/ 1722120 w 1805940"/>
              <a:gd name="csY92" fmla="*/ 479451 h 2049171"/>
              <a:gd name="csX93" fmla="*/ 1706880 w 1805940"/>
              <a:gd name="csY93" fmla="*/ 448971 h 2049171"/>
              <a:gd name="csX94" fmla="*/ 1691640 w 1805940"/>
              <a:gd name="csY94" fmla="*/ 426111 h 2049171"/>
              <a:gd name="csX95" fmla="*/ 1668780 w 1805940"/>
              <a:gd name="csY95" fmla="*/ 418491 h 2049171"/>
              <a:gd name="csX96" fmla="*/ 1438169 w 1805940"/>
              <a:gd name="csY96" fmla="*/ 244747 h 2049171"/>
              <a:gd name="csX97" fmla="*/ 1411323 w 1805940"/>
              <a:gd name="csY97" fmla="*/ 77455 h 2049171"/>
              <a:gd name="csX98" fmla="*/ 1379295 w 1805940"/>
              <a:gd name="csY98" fmla="*/ 0 h 2049171"/>
              <a:gd name="csX0" fmla="*/ 0 w 1805940"/>
              <a:gd name="csY0" fmla="*/ 2044733 h 2044733"/>
              <a:gd name="csX1" fmla="*/ 60960 w 1805940"/>
              <a:gd name="csY1" fmla="*/ 2037113 h 2044733"/>
              <a:gd name="csX2" fmla="*/ 121920 w 1805940"/>
              <a:gd name="csY2" fmla="*/ 1991393 h 2044733"/>
              <a:gd name="csX3" fmla="*/ 175260 w 1805940"/>
              <a:gd name="csY3" fmla="*/ 1968533 h 2044733"/>
              <a:gd name="csX4" fmla="*/ 198120 w 1805940"/>
              <a:gd name="csY4" fmla="*/ 1953293 h 2044733"/>
              <a:gd name="csX5" fmla="*/ 304800 w 1805940"/>
              <a:gd name="csY5" fmla="*/ 1938053 h 2044733"/>
              <a:gd name="csX6" fmla="*/ 304800 w 1805940"/>
              <a:gd name="csY6" fmla="*/ 1861853 h 2044733"/>
              <a:gd name="csX7" fmla="*/ 281940 w 1805940"/>
              <a:gd name="csY7" fmla="*/ 1846613 h 2044733"/>
              <a:gd name="csX8" fmla="*/ 266700 w 1805940"/>
              <a:gd name="csY8" fmla="*/ 1823753 h 2044733"/>
              <a:gd name="csX9" fmla="*/ 289560 w 1805940"/>
              <a:gd name="csY9" fmla="*/ 1808513 h 2044733"/>
              <a:gd name="csX10" fmla="*/ 342900 w 1805940"/>
              <a:gd name="csY10" fmla="*/ 1816133 h 2044733"/>
              <a:gd name="csX11" fmla="*/ 350520 w 1805940"/>
              <a:gd name="csY11" fmla="*/ 1838993 h 2044733"/>
              <a:gd name="csX12" fmla="*/ 381000 w 1805940"/>
              <a:gd name="csY12" fmla="*/ 1892333 h 2044733"/>
              <a:gd name="csX13" fmla="*/ 396240 w 1805940"/>
              <a:gd name="csY13" fmla="*/ 1922813 h 2044733"/>
              <a:gd name="csX14" fmla="*/ 411480 w 1805940"/>
              <a:gd name="csY14" fmla="*/ 1899953 h 2044733"/>
              <a:gd name="csX15" fmla="*/ 426720 w 1805940"/>
              <a:gd name="csY15" fmla="*/ 1861853 h 2044733"/>
              <a:gd name="csX16" fmla="*/ 449580 w 1805940"/>
              <a:gd name="csY16" fmla="*/ 1877093 h 2044733"/>
              <a:gd name="csX17" fmla="*/ 487680 w 1805940"/>
              <a:gd name="csY17" fmla="*/ 1854233 h 2044733"/>
              <a:gd name="csX18" fmla="*/ 548640 w 1805940"/>
              <a:gd name="csY18" fmla="*/ 1861853 h 2044733"/>
              <a:gd name="csX19" fmla="*/ 563880 w 1805940"/>
              <a:gd name="csY19" fmla="*/ 1838993 h 2044733"/>
              <a:gd name="csX20" fmla="*/ 548640 w 1805940"/>
              <a:gd name="csY20" fmla="*/ 1816133 h 2044733"/>
              <a:gd name="csX21" fmla="*/ 495300 w 1805940"/>
              <a:gd name="csY21" fmla="*/ 1785653 h 2044733"/>
              <a:gd name="csX22" fmla="*/ 518160 w 1805940"/>
              <a:gd name="csY22" fmla="*/ 1770413 h 2044733"/>
              <a:gd name="csX23" fmla="*/ 632460 w 1805940"/>
              <a:gd name="csY23" fmla="*/ 1793273 h 2044733"/>
              <a:gd name="csX24" fmla="*/ 754380 w 1805940"/>
              <a:gd name="csY24" fmla="*/ 1785653 h 2044733"/>
              <a:gd name="csX25" fmla="*/ 784860 w 1805940"/>
              <a:gd name="csY25" fmla="*/ 1793273 h 2044733"/>
              <a:gd name="csX26" fmla="*/ 876300 w 1805940"/>
              <a:gd name="csY26" fmla="*/ 1778033 h 2044733"/>
              <a:gd name="csX27" fmla="*/ 899160 w 1805940"/>
              <a:gd name="csY27" fmla="*/ 1762793 h 2044733"/>
              <a:gd name="csX28" fmla="*/ 891540 w 1805940"/>
              <a:gd name="csY28" fmla="*/ 1701833 h 2044733"/>
              <a:gd name="csX29" fmla="*/ 868680 w 1805940"/>
              <a:gd name="csY29" fmla="*/ 1686593 h 2044733"/>
              <a:gd name="csX30" fmla="*/ 853440 w 1805940"/>
              <a:gd name="csY30" fmla="*/ 1663733 h 2044733"/>
              <a:gd name="csX31" fmla="*/ 883920 w 1805940"/>
              <a:gd name="csY31" fmla="*/ 1640873 h 2044733"/>
              <a:gd name="csX32" fmla="*/ 944880 w 1805940"/>
              <a:gd name="csY32" fmla="*/ 1633253 h 2044733"/>
              <a:gd name="csX33" fmla="*/ 914400 w 1805940"/>
              <a:gd name="csY33" fmla="*/ 1557053 h 2044733"/>
              <a:gd name="csX34" fmla="*/ 891540 w 1805940"/>
              <a:gd name="csY34" fmla="*/ 1534193 h 2044733"/>
              <a:gd name="csX35" fmla="*/ 891540 w 1805940"/>
              <a:gd name="csY35" fmla="*/ 1457993 h 2044733"/>
              <a:gd name="csX36" fmla="*/ 914400 w 1805940"/>
              <a:gd name="csY36" fmla="*/ 1435133 h 2044733"/>
              <a:gd name="csX37" fmla="*/ 929640 w 1805940"/>
              <a:gd name="csY37" fmla="*/ 1397033 h 2044733"/>
              <a:gd name="csX38" fmla="*/ 914400 w 1805940"/>
              <a:gd name="csY38" fmla="*/ 1374173 h 2044733"/>
              <a:gd name="csX39" fmla="*/ 800100 w 1805940"/>
              <a:gd name="csY39" fmla="*/ 1366553 h 2044733"/>
              <a:gd name="csX40" fmla="*/ 777240 w 1805940"/>
              <a:gd name="csY40" fmla="*/ 1336073 h 2044733"/>
              <a:gd name="csX41" fmla="*/ 746760 w 1805940"/>
              <a:gd name="csY41" fmla="*/ 1313213 h 2044733"/>
              <a:gd name="csX42" fmla="*/ 739140 w 1805940"/>
              <a:gd name="csY42" fmla="*/ 1282733 h 2044733"/>
              <a:gd name="csX43" fmla="*/ 754380 w 1805940"/>
              <a:gd name="csY43" fmla="*/ 1259873 h 2044733"/>
              <a:gd name="csX44" fmla="*/ 777240 w 1805940"/>
              <a:gd name="csY44" fmla="*/ 1252253 h 2044733"/>
              <a:gd name="csX45" fmla="*/ 868680 w 1805940"/>
              <a:gd name="csY45" fmla="*/ 1244633 h 2044733"/>
              <a:gd name="csX46" fmla="*/ 891540 w 1805940"/>
              <a:gd name="csY46" fmla="*/ 1237013 h 2044733"/>
              <a:gd name="csX47" fmla="*/ 922020 w 1805940"/>
              <a:gd name="csY47" fmla="*/ 1229393 h 2044733"/>
              <a:gd name="csX48" fmla="*/ 944880 w 1805940"/>
              <a:gd name="csY48" fmla="*/ 1198913 h 2044733"/>
              <a:gd name="csX49" fmla="*/ 982980 w 1805940"/>
              <a:gd name="csY49" fmla="*/ 1061753 h 2044733"/>
              <a:gd name="csX50" fmla="*/ 1036320 w 1805940"/>
              <a:gd name="csY50" fmla="*/ 1069373 h 2044733"/>
              <a:gd name="csX51" fmla="*/ 1143000 w 1805940"/>
              <a:gd name="csY51" fmla="*/ 1069373 h 2044733"/>
              <a:gd name="csX52" fmla="*/ 1165860 w 1805940"/>
              <a:gd name="csY52" fmla="*/ 1038893 h 2044733"/>
              <a:gd name="csX53" fmla="*/ 1188720 w 1805940"/>
              <a:gd name="csY53" fmla="*/ 993173 h 2044733"/>
              <a:gd name="csX54" fmla="*/ 1211580 w 1805940"/>
              <a:gd name="csY54" fmla="*/ 1016033 h 2044733"/>
              <a:gd name="csX55" fmla="*/ 1226820 w 1805940"/>
              <a:gd name="csY55" fmla="*/ 1061753 h 2044733"/>
              <a:gd name="csX56" fmla="*/ 1234440 w 1805940"/>
              <a:gd name="csY56" fmla="*/ 1084613 h 2044733"/>
              <a:gd name="csX57" fmla="*/ 1264920 w 1805940"/>
              <a:gd name="csY57" fmla="*/ 1137953 h 2044733"/>
              <a:gd name="csX58" fmla="*/ 1280160 w 1805940"/>
              <a:gd name="csY58" fmla="*/ 1115093 h 2044733"/>
              <a:gd name="csX59" fmla="*/ 1287780 w 1805940"/>
              <a:gd name="csY59" fmla="*/ 1092233 h 2044733"/>
              <a:gd name="csX60" fmla="*/ 1310640 w 1805940"/>
              <a:gd name="csY60" fmla="*/ 1115093 h 2044733"/>
              <a:gd name="csX61" fmla="*/ 1325880 w 1805940"/>
              <a:gd name="csY61" fmla="*/ 1168433 h 2044733"/>
              <a:gd name="csX62" fmla="*/ 1310640 w 1805940"/>
              <a:gd name="csY62" fmla="*/ 1221773 h 2044733"/>
              <a:gd name="csX63" fmla="*/ 1325880 w 1805940"/>
              <a:gd name="csY63" fmla="*/ 1252253 h 2044733"/>
              <a:gd name="csX64" fmla="*/ 1356360 w 1805940"/>
              <a:gd name="csY64" fmla="*/ 1351313 h 2044733"/>
              <a:gd name="csX65" fmla="*/ 1371600 w 1805940"/>
              <a:gd name="csY65" fmla="*/ 1320833 h 2044733"/>
              <a:gd name="csX66" fmla="*/ 1356360 w 1805940"/>
              <a:gd name="csY66" fmla="*/ 1198913 h 2044733"/>
              <a:gd name="csX67" fmla="*/ 1363980 w 1805940"/>
              <a:gd name="csY67" fmla="*/ 1160813 h 2044733"/>
              <a:gd name="csX68" fmla="*/ 1394460 w 1805940"/>
              <a:gd name="csY68" fmla="*/ 1153193 h 2044733"/>
              <a:gd name="csX69" fmla="*/ 1417320 w 1805940"/>
              <a:gd name="csY69" fmla="*/ 1137953 h 2044733"/>
              <a:gd name="csX70" fmla="*/ 1386840 w 1805940"/>
              <a:gd name="csY70" fmla="*/ 1107473 h 2044733"/>
              <a:gd name="csX71" fmla="*/ 1371600 w 1805940"/>
              <a:gd name="csY71" fmla="*/ 1076993 h 2044733"/>
              <a:gd name="csX72" fmla="*/ 1394460 w 1805940"/>
              <a:gd name="csY72" fmla="*/ 1061753 h 2044733"/>
              <a:gd name="csX73" fmla="*/ 1447800 w 1805940"/>
              <a:gd name="csY73" fmla="*/ 1076993 h 2044733"/>
              <a:gd name="csX74" fmla="*/ 1463040 w 1805940"/>
              <a:gd name="csY74" fmla="*/ 1046513 h 2044733"/>
              <a:gd name="csX75" fmla="*/ 1455420 w 1805940"/>
              <a:gd name="csY75" fmla="*/ 1000793 h 2044733"/>
              <a:gd name="csX76" fmla="*/ 1432560 w 1805940"/>
              <a:gd name="csY76" fmla="*/ 993173 h 2044733"/>
              <a:gd name="csX77" fmla="*/ 1402080 w 1805940"/>
              <a:gd name="csY77" fmla="*/ 985553 h 2044733"/>
              <a:gd name="csX78" fmla="*/ 1394460 w 1805940"/>
              <a:gd name="csY78" fmla="*/ 955073 h 2044733"/>
              <a:gd name="csX79" fmla="*/ 1386840 w 1805940"/>
              <a:gd name="csY79" fmla="*/ 894113 h 2044733"/>
              <a:gd name="csX80" fmla="*/ 1371600 w 1805940"/>
              <a:gd name="csY80" fmla="*/ 863633 h 2044733"/>
              <a:gd name="csX81" fmla="*/ 1363980 w 1805940"/>
              <a:gd name="csY81" fmla="*/ 833153 h 2044733"/>
              <a:gd name="csX82" fmla="*/ 1501140 w 1805940"/>
              <a:gd name="csY82" fmla="*/ 810293 h 2044733"/>
              <a:gd name="csX83" fmla="*/ 1546860 w 1805940"/>
              <a:gd name="csY83" fmla="*/ 795053 h 2044733"/>
              <a:gd name="csX84" fmla="*/ 1638300 w 1805940"/>
              <a:gd name="csY84" fmla="*/ 787433 h 2044733"/>
              <a:gd name="csX85" fmla="*/ 1668780 w 1805940"/>
              <a:gd name="csY85" fmla="*/ 764573 h 2044733"/>
              <a:gd name="csX86" fmla="*/ 1691640 w 1805940"/>
              <a:gd name="csY86" fmla="*/ 756953 h 2044733"/>
              <a:gd name="csX87" fmla="*/ 1805940 w 1805940"/>
              <a:gd name="csY87" fmla="*/ 741713 h 2044733"/>
              <a:gd name="csX88" fmla="*/ 1798320 w 1805940"/>
              <a:gd name="csY88" fmla="*/ 680753 h 2044733"/>
              <a:gd name="csX89" fmla="*/ 1790700 w 1805940"/>
              <a:gd name="csY89" fmla="*/ 657893 h 2044733"/>
              <a:gd name="csX90" fmla="*/ 1767840 w 1805940"/>
              <a:gd name="csY90" fmla="*/ 642653 h 2044733"/>
              <a:gd name="csX91" fmla="*/ 1737360 w 1805940"/>
              <a:gd name="csY91" fmla="*/ 551213 h 2044733"/>
              <a:gd name="csX92" fmla="*/ 1722120 w 1805940"/>
              <a:gd name="csY92" fmla="*/ 475013 h 2044733"/>
              <a:gd name="csX93" fmla="*/ 1706880 w 1805940"/>
              <a:gd name="csY93" fmla="*/ 444533 h 2044733"/>
              <a:gd name="csX94" fmla="*/ 1691640 w 1805940"/>
              <a:gd name="csY94" fmla="*/ 421673 h 2044733"/>
              <a:gd name="csX95" fmla="*/ 1668780 w 1805940"/>
              <a:gd name="csY95" fmla="*/ 414053 h 2044733"/>
              <a:gd name="csX96" fmla="*/ 1438169 w 1805940"/>
              <a:gd name="csY96" fmla="*/ 240309 h 2044733"/>
              <a:gd name="csX97" fmla="*/ 1411323 w 1805940"/>
              <a:gd name="csY97" fmla="*/ 73017 h 2044733"/>
              <a:gd name="csX98" fmla="*/ 1538571 w 1805940"/>
              <a:gd name="csY98" fmla="*/ 0 h 2044733"/>
              <a:gd name="csX0" fmla="*/ 0 w 1805940"/>
              <a:gd name="csY0" fmla="*/ 2044733 h 2044733"/>
              <a:gd name="csX1" fmla="*/ 60960 w 1805940"/>
              <a:gd name="csY1" fmla="*/ 2037113 h 2044733"/>
              <a:gd name="csX2" fmla="*/ 121920 w 1805940"/>
              <a:gd name="csY2" fmla="*/ 1991393 h 2044733"/>
              <a:gd name="csX3" fmla="*/ 175260 w 1805940"/>
              <a:gd name="csY3" fmla="*/ 1968533 h 2044733"/>
              <a:gd name="csX4" fmla="*/ 198120 w 1805940"/>
              <a:gd name="csY4" fmla="*/ 1953293 h 2044733"/>
              <a:gd name="csX5" fmla="*/ 304800 w 1805940"/>
              <a:gd name="csY5" fmla="*/ 1938053 h 2044733"/>
              <a:gd name="csX6" fmla="*/ 304800 w 1805940"/>
              <a:gd name="csY6" fmla="*/ 1861853 h 2044733"/>
              <a:gd name="csX7" fmla="*/ 281940 w 1805940"/>
              <a:gd name="csY7" fmla="*/ 1846613 h 2044733"/>
              <a:gd name="csX8" fmla="*/ 266700 w 1805940"/>
              <a:gd name="csY8" fmla="*/ 1823753 h 2044733"/>
              <a:gd name="csX9" fmla="*/ 289560 w 1805940"/>
              <a:gd name="csY9" fmla="*/ 1808513 h 2044733"/>
              <a:gd name="csX10" fmla="*/ 342900 w 1805940"/>
              <a:gd name="csY10" fmla="*/ 1816133 h 2044733"/>
              <a:gd name="csX11" fmla="*/ 350520 w 1805940"/>
              <a:gd name="csY11" fmla="*/ 1838993 h 2044733"/>
              <a:gd name="csX12" fmla="*/ 381000 w 1805940"/>
              <a:gd name="csY12" fmla="*/ 1892333 h 2044733"/>
              <a:gd name="csX13" fmla="*/ 396240 w 1805940"/>
              <a:gd name="csY13" fmla="*/ 1922813 h 2044733"/>
              <a:gd name="csX14" fmla="*/ 411480 w 1805940"/>
              <a:gd name="csY14" fmla="*/ 1899953 h 2044733"/>
              <a:gd name="csX15" fmla="*/ 426720 w 1805940"/>
              <a:gd name="csY15" fmla="*/ 1861853 h 2044733"/>
              <a:gd name="csX16" fmla="*/ 449580 w 1805940"/>
              <a:gd name="csY16" fmla="*/ 1877093 h 2044733"/>
              <a:gd name="csX17" fmla="*/ 487680 w 1805940"/>
              <a:gd name="csY17" fmla="*/ 1854233 h 2044733"/>
              <a:gd name="csX18" fmla="*/ 548640 w 1805940"/>
              <a:gd name="csY18" fmla="*/ 1861853 h 2044733"/>
              <a:gd name="csX19" fmla="*/ 563880 w 1805940"/>
              <a:gd name="csY19" fmla="*/ 1838993 h 2044733"/>
              <a:gd name="csX20" fmla="*/ 548640 w 1805940"/>
              <a:gd name="csY20" fmla="*/ 1816133 h 2044733"/>
              <a:gd name="csX21" fmla="*/ 495300 w 1805940"/>
              <a:gd name="csY21" fmla="*/ 1785653 h 2044733"/>
              <a:gd name="csX22" fmla="*/ 518160 w 1805940"/>
              <a:gd name="csY22" fmla="*/ 1770413 h 2044733"/>
              <a:gd name="csX23" fmla="*/ 632460 w 1805940"/>
              <a:gd name="csY23" fmla="*/ 1793273 h 2044733"/>
              <a:gd name="csX24" fmla="*/ 754380 w 1805940"/>
              <a:gd name="csY24" fmla="*/ 1785653 h 2044733"/>
              <a:gd name="csX25" fmla="*/ 784860 w 1805940"/>
              <a:gd name="csY25" fmla="*/ 1793273 h 2044733"/>
              <a:gd name="csX26" fmla="*/ 876300 w 1805940"/>
              <a:gd name="csY26" fmla="*/ 1778033 h 2044733"/>
              <a:gd name="csX27" fmla="*/ 899160 w 1805940"/>
              <a:gd name="csY27" fmla="*/ 1762793 h 2044733"/>
              <a:gd name="csX28" fmla="*/ 891540 w 1805940"/>
              <a:gd name="csY28" fmla="*/ 1701833 h 2044733"/>
              <a:gd name="csX29" fmla="*/ 868680 w 1805940"/>
              <a:gd name="csY29" fmla="*/ 1686593 h 2044733"/>
              <a:gd name="csX30" fmla="*/ 853440 w 1805940"/>
              <a:gd name="csY30" fmla="*/ 1663733 h 2044733"/>
              <a:gd name="csX31" fmla="*/ 883920 w 1805940"/>
              <a:gd name="csY31" fmla="*/ 1640873 h 2044733"/>
              <a:gd name="csX32" fmla="*/ 944880 w 1805940"/>
              <a:gd name="csY32" fmla="*/ 1633253 h 2044733"/>
              <a:gd name="csX33" fmla="*/ 914400 w 1805940"/>
              <a:gd name="csY33" fmla="*/ 1557053 h 2044733"/>
              <a:gd name="csX34" fmla="*/ 891540 w 1805940"/>
              <a:gd name="csY34" fmla="*/ 1534193 h 2044733"/>
              <a:gd name="csX35" fmla="*/ 891540 w 1805940"/>
              <a:gd name="csY35" fmla="*/ 1457993 h 2044733"/>
              <a:gd name="csX36" fmla="*/ 914400 w 1805940"/>
              <a:gd name="csY36" fmla="*/ 1435133 h 2044733"/>
              <a:gd name="csX37" fmla="*/ 929640 w 1805940"/>
              <a:gd name="csY37" fmla="*/ 1397033 h 2044733"/>
              <a:gd name="csX38" fmla="*/ 914400 w 1805940"/>
              <a:gd name="csY38" fmla="*/ 1374173 h 2044733"/>
              <a:gd name="csX39" fmla="*/ 800100 w 1805940"/>
              <a:gd name="csY39" fmla="*/ 1366553 h 2044733"/>
              <a:gd name="csX40" fmla="*/ 777240 w 1805940"/>
              <a:gd name="csY40" fmla="*/ 1336073 h 2044733"/>
              <a:gd name="csX41" fmla="*/ 746760 w 1805940"/>
              <a:gd name="csY41" fmla="*/ 1313213 h 2044733"/>
              <a:gd name="csX42" fmla="*/ 739140 w 1805940"/>
              <a:gd name="csY42" fmla="*/ 1282733 h 2044733"/>
              <a:gd name="csX43" fmla="*/ 754380 w 1805940"/>
              <a:gd name="csY43" fmla="*/ 1259873 h 2044733"/>
              <a:gd name="csX44" fmla="*/ 777240 w 1805940"/>
              <a:gd name="csY44" fmla="*/ 1252253 h 2044733"/>
              <a:gd name="csX45" fmla="*/ 868680 w 1805940"/>
              <a:gd name="csY45" fmla="*/ 1244633 h 2044733"/>
              <a:gd name="csX46" fmla="*/ 891540 w 1805940"/>
              <a:gd name="csY46" fmla="*/ 1237013 h 2044733"/>
              <a:gd name="csX47" fmla="*/ 922020 w 1805940"/>
              <a:gd name="csY47" fmla="*/ 1229393 h 2044733"/>
              <a:gd name="csX48" fmla="*/ 944880 w 1805940"/>
              <a:gd name="csY48" fmla="*/ 1198913 h 2044733"/>
              <a:gd name="csX49" fmla="*/ 982980 w 1805940"/>
              <a:gd name="csY49" fmla="*/ 1061753 h 2044733"/>
              <a:gd name="csX50" fmla="*/ 1036320 w 1805940"/>
              <a:gd name="csY50" fmla="*/ 1069373 h 2044733"/>
              <a:gd name="csX51" fmla="*/ 1143000 w 1805940"/>
              <a:gd name="csY51" fmla="*/ 1069373 h 2044733"/>
              <a:gd name="csX52" fmla="*/ 1165860 w 1805940"/>
              <a:gd name="csY52" fmla="*/ 1038893 h 2044733"/>
              <a:gd name="csX53" fmla="*/ 1188720 w 1805940"/>
              <a:gd name="csY53" fmla="*/ 993173 h 2044733"/>
              <a:gd name="csX54" fmla="*/ 1211580 w 1805940"/>
              <a:gd name="csY54" fmla="*/ 1016033 h 2044733"/>
              <a:gd name="csX55" fmla="*/ 1226820 w 1805940"/>
              <a:gd name="csY55" fmla="*/ 1061753 h 2044733"/>
              <a:gd name="csX56" fmla="*/ 1234440 w 1805940"/>
              <a:gd name="csY56" fmla="*/ 1084613 h 2044733"/>
              <a:gd name="csX57" fmla="*/ 1264920 w 1805940"/>
              <a:gd name="csY57" fmla="*/ 1137953 h 2044733"/>
              <a:gd name="csX58" fmla="*/ 1280160 w 1805940"/>
              <a:gd name="csY58" fmla="*/ 1115093 h 2044733"/>
              <a:gd name="csX59" fmla="*/ 1287780 w 1805940"/>
              <a:gd name="csY59" fmla="*/ 1092233 h 2044733"/>
              <a:gd name="csX60" fmla="*/ 1310640 w 1805940"/>
              <a:gd name="csY60" fmla="*/ 1115093 h 2044733"/>
              <a:gd name="csX61" fmla="*/ 1325880 w 1805940"/>
              <a:gd name="csY61" fmla="*/ 1168433 h 2044733"/>
              <a:gd name="csX62" fmla="*/ 1310640 w 1805940"/>
              <a:gd name="csY62" fmla="*/ 1221773 h 2044733"/>
              <a:gd name="csX63" fmla="*/ 1325880 w 1805940"/>
              <a:gd name="csY63" fmla="*/ 1252253 h 2044733"/>
              <a:gd name="csX64" fmla="*/ 1356360 w 1805940"/>
              <a:gd name="csY64" fmla="*/ 1351313 h 2044733"/>
              <a:gd name="csX65" fmla="*/ 1371600 w 1805940"/>
              <a:gd name="csY65" fmla="*/ 1320833 h 2044733"/>
              <a:gd name="csX66" fmla="*/ 1356360 w 1805940"/>
              <a:gd name="csY66" fmla="*/ 1198913 h 2044733"/>
              <a:gd name="csX67" fmla="*/ 1363980 w 1805940"/>
              <a:gd name="csY67" fmla="*/ 1160813 h 2044733"/>
              <a:gd name="csX68" fmla="*/ 1394460 w 1805940"/>
              <a:gd name="csY68" fmla="*/ 1153193 h 2044733"/>
              <a:gd name="csX69" fmla="*/ 1417320 w 1805940"/>
              <a:gd name="csY69" fmla="*/ 1137953 h 2044733"/>
              <a:gd name="csX70" fmla="*/ 1386840 w 1805940"/>
              <a:gd name="csY70" fmla="*/ 1107473 h 2044733"/>
              <a:gd name="csX71" fmla="*/ 1371600 w 1805940"/>
              <a:gd name="csY71" fmla="*/ 1076993 h 2044733"/>
              <a:gd name="csX72" fmla="*/ 1394460 w 1805940"/>
              <a:gd name="csY72" fmla="*/ 1061753 h 2044733"/>
              <a:gd name="csX73" fmla="*/ 1447800 w 1805940"/>
              <a:gd name="csY73" fmla="*/ 1076993 h 2044733"/>
              <a:gd name="csX74" fmla="*/ 1463040 w 1805940"/>
              <a:gd name="csY74" fmla="*/ 1046513 h 2044733"/>
              <a:gd name="csX75" fmla="*/ 1455420 w 1805940"/>
              <a:gd name="csY75" fmla="*/ 1000793 h 2044733"/>
              <a:gd name="csX76" fmla="*/ 1432560 w 1805940"/>
              <a:gd name="csY76" fmla="*/ 993173 h 2044733"/>
              <a:gd name="csX77" fmla="*/ 1402080 w 1805940"/>
              <a:gd name="csY77" fmla="*/ 985553 h 2044733"/>
              <a:gd name="csX78" fmla="*/ 1394460 w 1805940"/>
              <a:gd name="csY78" fmla="*/ 955073 h 2044733"/>
              <a:gd name="csX79" fmla="*/ 1386840 w 1805940"/>
              <a:gd name="csY79" fmla="*/ 894113 h 2044733"/>
              <a:gd name="csX80" fmla="*/ 1371600 w 1805940"/>
              <a:gd name="csY80" fmla="*/ 863633 h 2044733"/>
              <a:gd name="csX81" fmla="*/ 1363980 w 1805940"/>
              <a:gd name="csY81" fmla="*/ 833153 h 2044733"/>
              <a:gd name="csX82" fmla="*/ 1501140 w 1805940"/>
              <a:gd name="csY82" fmla="*/ 810293 h 2044733"/>
              <a:gd name="csX83" fmla="*/ 1546860 w 1805940"/>
              <a:gd name="csY83" fmla="*/ 795053 h 2044733"/>
              <a:gd name="csX84" fmla="*/ 1638300 w 1805940"/>
              <a:gd name="csY84" fmla="*/ 787433 h 2044733"/>
              <a:gd name="csX85" fmla="*/ 1668780 w 1805940"/>
              <a:gd name="csY85" fmla="*/ 764573 h 2044733"/>
              <a:gd name="csX86" fmla="*/ 1691640 w 1805940"/>
              <a:gd name="csY86" fmla="*/ 756953 h 2044733"/>
              <a:gd name="csX87" fmla="*/ 1805940 w 1805940"/>
              <a:gd name="csY87" fmla="*/ 741713 h 2044733"/>
              <a:gd name="csX88" fmla="*/ 1798320 w 1805940"/>
              <a:gd name="csY88" fmla="*/ 680753 h 2044733"/>
              <a:gd name="csX89" fmla="*/ 1790700 w 1805940"/>
              <a:gd name="csY89" fmla="*/ 657893 h 2044733"/>
              <a:gd name="csX90" fmla="*/ 1767840 w 1805940"/>
              <a:gd name="csY90" fmla="*/ 642653 h 2044733"/>
              <a:gd name="csX91" fmla="*/ 1737360 w 1805940"/>
              <a:gd name="csY91" fmla="*/ 551213 h 2044733"/>
              <a:gd name="csX92" fmla="*/ 1722120 w 1805940"/>
              <a:gd name="csY92" fmla="*/ 475013 h 2044733"/>
              <a:gd name="csX93" fmla="*/ 1706880 w 1805940"/>
              <a:gd name="csY93" fmla="*/ 444533 h 2044733"/>
              <a:gd name="csX94" fmla="*/ 1691640 w 1805940"/>
              <a:gd name="csY94" fmla="*/ 421673 h 2044733"/>
              <a:gd name="csX95" fmla="*/ 1440254 w 1805940"/>
              <a:gd name="csY95" fmla="*/ 387426 h 2044733"/>
              <a:gd name="csX96" fmla="*/ 1438169 w 1805940"/>
              <a:gd name="csY96" fmla="*/ 240309 h 2044733"/>
              <a:gd name="csX97" fmla="*/ 1411323 w 1805940"/>
              <a:gd name="csY97" fmla="*/ 73017 h 2044733"/>
              <a:gd name="csX98" fmla="*/ 1538571 w 1805940"/>
              <a:gd name="csY98" fmla="*/ 0 h 2044733"/>
              <a:gd name="csX0" fmla="*/ 0 w 1805940"/>
              <a:gd name="csY0" fmla="*/ 2044733 h 2044733"/>
              <a:gd name="csX1" fmla="*/ 60960 w 1805940"/>
              <a:gd name="csY1" fmla="*/ 2037113 h 2044733"/>
              <a:gd name="csX2" fmla="*/ 121920 w 1805940"/>
              <a:gd name="csY2" fmla="*/ 1991393 h 2044733"/>
              <a:gd name="csX3" fmla="*/ 175260 w 1805940"/>
              <a:gd name="csY3" fmla="*/ 1968533 h 2044733"/>
              <a:gd name="csX4" fmla="*/ 198120 w 1805940"/>
              <a:gd name="csY4" fmla="*/ 1953293 h 2044733"/>
              <a:gd name="csX5" fmla="*/ 304800 w 1805940"/>
              <a:gd name="csY5" fmla="*/ 1938053 h 2044733"/>
              <a:gd name="csX6" fmla="*/ 304800 w 1805940"/>
              <a:gd name="csY6" fmla="*/ 1861853 h 2044733"/>
              <a:gd name="csX7" fmla="*/ 281940 w 1805940"/>
              <a:gd name="csY7" fmla="*/ 1846613 h 2044733"/>
              <a:gd name="csX8" fmla="*/ 266700 w 1805940"/>
              <a:gd name="csY8" fmla="*/ 1823753 h 2044733"/>
              <a:gd name="csX9" fmla="*/ 289560 w 1805940"/>
              <a:gd name="csY9" fmla="*/ 1808513 h 2044733"/>
              <a:gd name="csX10" fmla="*/ 342900 w 1805940"/>
              <a:gd name="csY10" fmla="*/ 1816133 h 2044733"/>
              <a:gd name="csX11" fmla="*/ 350520 w 1805940"/>
              <a:gd name="csY11" fmla="*/ 1838993 h 2044733"/>
              <a:gd name="csX12" fmla="*/ 381000 w 1805940"/>
              <a:gd name="csY12" fmla="*/ 1892333 h 2044733"/>
              <a:gd name="csX13" fmla="*/ 396240 w 1805940"/>
              <a:gd name="csY13" fmla="*/ 1922813 h 2044733"/>
              <a:gd name="csX14" fmla="*/ 411480 w 1805940"/>
              <a:gd name="csY14" fmla="*/ 1899953 h 2044733"/>
              <a:gd name="csX15" fmla="*/ 426720 w 1805940"/>
              <a:gd name="csY15" fmla="*/ 1861853 h 2044733"/>
              <a:gd name="csX16" fmla="*/ 449580 w 1805940"/>
              <a:gd name="csY16" fmla="*/ 1877093 h 2044733"/>
              <a:gd name="csX17" fmla="*/ 487680 w 1805940"/>
              <a:gd name="csY17" fmla="*/ 1854233 h 2044733"/>
              <a:gd name="csX18" fmla="*/ 548640 w 1805940"/>
              <a:gd name="csY18" fmla="*/ 1861853 h 2044733"/>
              <a:gd name="csX19" fmla="*/ 563880 w 1805940"/>
              <a:gd name="csY19" fmla="*/ 1838993 h 2044733"/>
              <a:gd name="csX20" fmla="*/ 548640 w 1805940"/>
              <a:gd name="csY20" fmla="*/ 1816133 h 2044733"/>
              <a:gd name="csX21" fmla="*/ 495300 w 1805940"/>
              <a:gd name="csY21" fmla="*/ 1785653 h 2044733"/>
              <a:gd name="csX22" fmla="*/ 518160 w 1805940"/>
              <a:gd name="csY22" fmla="*/ 1770413 h 2044733"/>
              <a:gd name="csX23" fmla="*/ 632460 w 1805940"/>
              <a:gd name="csY23" fmla="*/ 1793273 h 2044733"/>
              <a:gd name="csX24" fmla="*/ 754380 w 1805940"/>
              <a:gd name="csY24" fmla="*/ 1785653 h 2044733"/>
              <a:gd name="csX25" fmla="*/ 784860 w 1805940"/>
              <a:gd name="csY25" fmla="*/ 1793273 h 2044733"/>
              <a:gd name="csX26" fmla="*/ 876300 w 1805940"/>
              <a:gd name="csY26" fmla="*/ 1778033 h 2044733"/>
              <a:gd name="csX27" fmla="*/ 899160 w 1805940"/>
              <a:gd name="csY27" fmla="*/ 1762793 h 2044733"/>
              <a:gd name="csX28" fmla="*/ 891540 w 1805940"/>
              <a:gd name="csY28" fmla="*/ 1701833 h 2044733"/>
              <a:gd name="csX29" fmla="*/ 868680 w 1805940"/>
              <a:gd name="csY29" fmla="*/ 1686593 h 2044733"/>
              <a:gd name="csX30" fmla="*/ 853440 w 1805940"/>
              <a:gd name="csY30" fmla="*/ 1663733 h 2044733"/>
              <a:gd name="csX31" fmla="*/ 883920 w 1805940"/>
              <a:gd name="csY31" fmla="*/ 1640873 h 2044733"/>
              <a:gd name="csX32" fmla="*/ 944880 w 1805940"/>
              <a:gd name="csY32" fmla="*/ 1633253 h 2044733"/>
              <a:gd name="csX33" fmla="*/ 914400 w 1805940"/>
              <a:gd name="csY33" fmla="*/ 1557053 h 2044733"/>
              <a:gd name="csX34" fmla="*/ 891540 w 1805940"/>
              <a:gd name="csY34" fmla="*/ 1534193 h 2044733"/>
              <a:gd name="csX35" fmla="*/ 891540 w 1805940"/>
              <a:gd name="csY35" fmla="*/ 1457993 h 2044733"/>
              <a:gd name="csX36" fmla="*/ 914400 w 1805940"/>
              <a:gd name="csY36" fmla="*/ 1435133 h 2044733"/>
              <a:gd name="csX37" fmla="*/ 929640 w 1805940"/>
              <a:gd name="csY37" fmla="*/ 1397033 h 2044733"/>
              <a:gd name="csX38" fmla="*/ 914400 w 1805940"/>
              <a:gd name="csY38" fmla="*/ 1374173 h 2044733"/>
              <a:gd name="csX39" fmla="*/ 800100 w 1805940"/>
              <a:gd name="csY39" fmla="*/ 1366553 h 2044733"/>
              <a:gd name="csX40" fmla="*/ 777240 w 1805940"/>
              <a:gd name="csY40" fmla="*/ 1336073 h 2044733"/>
              <a:gd name="csX41" fmla="*/ 746760 w 1805940"/>
              <a:gd name="csY41" fmla="*/ 1313213 h 2044733"/>
              <a:gd name="csX42" fmla="*/ 739140 w 1805940"/>
              <a:gd name="csY42" fmla="*/ 1282733 h 2044733"/>
              <a:gd name="csX43" fmla="*/ 754380 w 1805940"/>
              <a:gd name="csY43" fmla="*/ 1259873 h 2044733"/>
              <a:gd name="csX44" fmla="*/ 777240 w 1805940"/>
              <a:gd name="csY44" fmla="*/ 1252253 h 2044733"/>
              <a:gd name="csX45" fmla="*/ 868680 w 1805940"/>
              <a:gd name="csY45" fmla="*/ 1244633 h 2044733"/>
              <a:gd name="csX46" fmla="*/ 891540 w 1805940"/>
              <a:gd name="csY46" fmla="*/ 1237013 h 2044733"/>
              <a:gd name="csX47" fmla="*/ 922020 w 1805940"/>
              <a:gd name="csY47" fmla="*/ 1229393 h 2044733"/>
              <a:gd name="csX48" fmla="*/ 944880 w 1805940"/>
              <a:gd name="csY48" fmla="*/ 1198913 h 2044733"/>
              <a:gd name="csX49" fmla="*/ 982980 w 1805940"/>
              <a:gd name="csY49" fmla="*/ 1061753 h 2044733"/>
              <a:gd name="csX50" fmla="*/ 1036320 w 1805940"/>
              <a:gd name="csY50" fmla="*/ 1069373 h 2044733"/>
              <a:gd name="csX51" fmla="*/ 1143000 w 1805940"/>
              <a:gd name="csY51" fmla="*/ 1069373 h 2044733"/>
              <a:gd name="csX52" fmla="*/ 1165860 w 1805940"/>
              <a:gd name="csY52" fmla="*/ 1038893 h 2044733"/>
              <a:gd name="csX53" fmla="*/ 1188720 w 1805940"/>
              <a:gd name="csY53" fmla="*/ 993173 h 2044733"/>
              <a:gd name="csX54" fmla="*/ 1211580 w 1805940"/>
              <a:gd name="csY54" fmla="*/ 1016033 h 2044733"/>
              <a:gd name="csX55" fmla="*/ 1226820 w 1805940"/>
              <a:gd name="csY55" fmla="*/ 1061753 h 2044733"/>
              <a:gd name="csX56" fmla="*/ 1234440 w 1805940"/>
              <a:gd name="csY56" fmla="*/ 1084613 h 2044733"/>
              <a:gd name="csX57" fmla="*/ 1264920 w 1805940"/>
              <a:gd name="csY57" fmla="*/ 1137953 h 2044733"/>
              <a:gd name="csX58" fmla="*/ 1280160 w 1805940"/>
              <a:gd name="csY58" fmla="*/ 1115093 h 2044733"/>
              <a:gd name="csX59" fmla="*/ 1287780 w 1805940"/>
              <a:gd name="csY59" fmla="*/ 1092233 h 2044733"/>
              <a:gd name="csX60" fmla="*/ 1310640 w 1805940"/>
              <a:gd name="csY60" fmla="*/ 1115093 h 2044733"/>
              <a:gd name="csX61" fmla="*/ 1325880 w 1805940"/>
              <a:gd name="csY61" fmla="*/ 1168433 h 2044733"/>
              <a:gd name="csX62" fmla="*/ 1310640 w 1805940"/>
              <a:gd name="csY62" fmla="*/ 1221773 h 2044733"/>
              <a:gd name="csX63" fmla="*/ 1325880 w 1805940"/>
              <a:gd name="csY63" fmla="*/ 1252253 h 2044733"/>
              <a:gd name="csX64" fmla="*/ 1356360 w 1805940"/>
              <a:gd name="csY64" fmla="*/ 1351313 h 2044733"/>
              <a:gd name="csX65" fmla="*/ 1371600 w 1805940"/>
              <a:gd name="csY65" fmla="*/ 1320833 h 2044733"/>
              <a:gd name="csX66" fmla="*/ 1356360 w 1805940"/>
              <a:gd name="csY66" fmla="*/ 1198913 h 2044733"/>
              <a:gd name="csX67" fmla="*/ 1363980 w 1805940"/>
              <a:gd name="csY67" fmla="*/ 1160813 h 2044733"/>
              <a:gd name="csX68" fmla="*/ 1394460 w 1805940"/>
              <a:gd name="csY68" fmla="*/ 1153193 h 2044733"/>
              <a:gd name="csX69" fmla="*/ 1417320 w 1805940"/>
              <a:gd name="csY69" fmla="*/ 1137953 h 2044733"/>
              <a:gd name="csX70" fmla="*/ 1386840 w 1805940"/>
              <a:gd name="csY70" fmla="*/ 1107473 h 2044733"/>
              <a:gd name="csX71" fmla="*/ 1371600 w 1805940"/>
              <a:gd name="csY71" fmla="*/ 1076993 h 2044733"/>
              <a:gd name="csX72" fmla="*/ 1394460 w 1805940"/>
              <a:gd name="csY72" fmla="*/ 1061753 h 2044733"/>
              <a:gd name="csX73" fmla="*/ 1447800 w 1805940"/>
              <a:gd name="csY73" fmla="*/ 1076993 h 2044733"/>
              <a:gd name="csX74" fmla="*/ 1463040 w 1805940"/>
              <a:gd name="csY74" fmla="*/ 1046513 h 2044733"/>
              <a:gd name="csX75" fmla="*/ 1455420 w 1805940"/>
              <a:gd name="csY75" fmla="*/ 1000793 h 2044733"/>
              <a:gd name="csX76" fmla="*/ 1432560 w 1805940"/>
              <a:gd name="csY76" fmla="*/ 993173 h 2044733"/>
              <a:gd name="csX77" fmla="*/ 1402080 w 1805940"/>
              <a:gd name="csY77" fmla="*/ 985553 h 2044733"/>
              <a:gd name="csX78" fmla="*/ 1394460 w 1805940"/>
              <a:gd name="csY78" fmla="*/ 955073 h 2044733"/>
              <a:gd name="csX79" fmla="*/ 1386840 w 1805940"/>
              <a:gd name="csY79" fmla="*/ 894113 h 2044733"/>
              <a:gd name="csX80" fmla="*/ 1371600 w 1805940"/>
              <a:gd name="csY80" fmla="*/ 863633 h 2044733"/>
              <a:gd name="csX81" fmla="*/ 1363980 w 1805940"/>
              <a:gd name="csY81" fmla="*/ 833153 h 2044733"/>
              <a:gd name="csX82" fmla="*/ 1501140 w 1805940"/>
              <a:gd name="csY82" fmla="*/ 810293 h 2044733"/>
              <a:gd name="csX83" fmla="*/ 1546860 w 1805940"/>
              <a:gd name="csY83" fmla="*/ 795053 h 2044733"/>
              <a:gd name="csX84" fmla="*/ 1638300 w 1805940"/>
              <a:gd name="csY84" fmla="*/ 787433 h 2044733"/>
              <a:gd name="csX85" fmla="*/ 1668780 w 1805940"/>
              <a:gd name="csY85" fmla="*/ 764573 h 2044733"/>
              <a:gd name="csX86" fmla="*/ 1691640 w 1805940"/>
              <a:gd name="csY86" fmla="*/ 756953 h 2044733"/>
              <a:gd name="csX87" fmla="*/ 1805940 w 1805940"/>
              <a:gd name="csY87" fmla="*/ 741713 h 2044733"/>
              <a:gd name="csX88" fmla="*/ 1798320 w 1805940"/>
              <a:gd name="csY88" fmla="*/ 680753 h 2044733"/>
              <a:gd name="csX89" fmla="*/ 1790700 w 1805940"/>
              <a:gd name="csY89" fmla="*/ 657893 h 2044733"/>
              <a:gd name="csX90" fmla="*/ 1767840 w 1805940"/>
              <a:gd name="csY90" fmla="*/ 642653 h 2044733"/>
              <a:gd name="csX91" fmla="*/ 1737360 w 1805940"/>
              <a:gd name="csY91" fmla="*/ 551213 h 2044733"/>
              <a:gd name="csX92" fmla="*/ 1722120 w 1805940"/>
              <a:gd name="csY92" fmla="*/ 475013 h 2044733"/>
              <a:gd name="csX93" fmla="*/ 1706880 w 1805940"/>
              <a:gd name="csY93" fmla="*/ 444533 h 2044733"/>
              <a:gd name="csX94" fmla="*/ 1283062 w 1805940"/>
              <a:gd name="csY94" fmla="*/ 430548 h 2044733"/>
              <a:gd name="csX95" fmla="*/ 1440254 w 1805940"/>
              <a:gd name="csY95" fmla="*/ 387426 h 2044733"/>
              <a:gd name="csX96" fmla="*/ 1438169 w 1805940"/>
              <a:gd name="csY96" fmla="*/ 240309 h 2044733"/>
              <a:gd name="csX97" fmla="*/ 1411323 w 1805940"/>
              <a:gd name="csY97" fmla="*/ 73017 h 2044733"/>
              <a:gd name="csX98" fmla="*/ 1538571 w 1805940"/>
              <a:gd name="csY98" fmla="*/ 0 h 2044733"/>
              <a:gd name="csX0" fmla="*/ 0 w 1805940"/>
              <a:gd name="csY0" fmla="*/ 2044733 h 2044733"/>
              <a:gd name="csX1" fmla="*/ 60960 w 1805940"/>
              <a:gd name="csY1" fmla="*/ 2037113 h 2044733"/>
              <a:gd name="csX2" fmla="*/ 121920 w 1805940"/>
              <a:gd name="csY2" fmla="*/ 1991393 h 2044733"/>
              <a:gd name="csX3" fmla="*/ 175260 w 1805940"/>
              <a:gd name="csY3" fmla="*/ 1968533 h 2044733"/>
              <a:gd name="csX4" fmla="*/ 198120 w 1805940"/>
              <a:gd name="csY4" fmla="*/ 1953293 h 2044733"/>
              <a:gd name="csX5" fmla="*/ 304800 w 1805940"/>
              <a:gd name="csY5" fmla="*/ 1938053 h 2044733"/>
              <a:gd name="csX6" fmla="*/ 304800 w 1805940"/>
              <a:gd name="csY6" fmla="*/ 1861853 h 2044733"/>
              <a:gd name="csX7" fmla="*/ 281940 w 1805940"/>
              <a:gd name="csY7" fmla="*/ 1846613 h 2044733"/>
              <a:gd name="csX8" fmla="*/ 266700 w 1805940"/>
              <a:gd name="csY8" fmla="*/ 1823753 h 2044733"/>
              <a:gd name="csX9" fmla="*/ 289560 w 1805940"/>
              <a:gd name="csY9" fmla="*/ 1808513 h 2044733"/>
              <a:gd name="csX10" fmla="*/ 342900 w 1805940"/>
              <a:gd name="csY10" fmla="*/ 1816133 h 2044733"/>
              <a:gd name="csX11" fmla="*/ 350520 w 1805940"/>
              <a:gd name="csY11" fmla="*/ 1838993 h 2044733"/>
              <a:gd name="csX12" fmla="*/ 381000 w 1805940"/>
              <a:gd name="csY12" fmla="*/ 1892333 h 2044733"/>
              <a:gd name="csX13" fmla="*/ 396240 w 1805940"/>
              <a:gd name="csY13" fmla="*/ 1922813 h 2044733"/>
              <a:gd name="csX14" fmla="*/ 411480 w 1805940"/>
              <a:gd name="csY14" fmla="*/ 1899953 h 2044733"/>
              <a:gd name="csX15" fmla="*/ 426720 w 1805940"/>
              <a:gd name="csY15" fmla="*/ 1861853 h 2044733"/>
              <a:gd name="csX16" fmla="*/ 449580 w 1805940"/>
              <a:gd name="csY16" fmla="*/ 1877093 h 2044733"/>
              <a:gd name="csX17" fmla="*/ 487680 w 1805940"/>
              <a:gd name="csY17" fmla="*/ 1854233 h 2044733"/>
              <a:gd name="csX18" fmla="*/ 548640 w 1805940"/>
              <a:gd name="csY18" fmla="*/ 1861853 h 2044733"/>
              <a:gd name="csX19" fmla="*/ 563880 w 1805940"/>
              <a:gd name="csY19" fmla="*/ 1838993 h 2044733"/>
              <a:gd name="csX20" fmla="*/ 548640 w 1805940"/>
              <a:gd name="csY20" fmla="*/ 1816133 h 2044733"/>
              <a:gd name="csX21" fmla="*/ 495300 w 1805940"/>
              <a:gd name="csY21" fmla="*/ 1785653 h 2044733"/>
              <a:gd name="csX22" fmla="*/ 518160 w 1805940"/>
              <a:gd name="csY22" fmla="*/ 1770413 h 2044733"/>
              <a:gd name="csX23" fmla="*/ 632460 w 1805940"/>
              <a:gd name="csY23" fmla="*/ 1793273 h 2044733"/>
              <a:gd name="csX24" fmla="*/ 754380 w 1805940"/>
              <a:gd name="csY24" fmla="*/ 1785653 h 2044733"/>
              <a:gd name="csX25" fmla="*/ 784860 w 1805940"/>
              <a:gd name="csY25" fmla="*/ 1793273 h 2044733"/>
              <a:gd name="csX26" fmla="*/ 876300 w 1805940"/>
              <a:gd name="csY26" fmla="*/ 1778033 h 2044733"/>
              <a:gd name="csX27" fmla="*/ 899160 w 1805940"/>
              <a:gd name="csY27" fmla="*/ 1762793 h 2044733"/>
              <a:gd name="csX28" fmla="*/ 891540 w 1805940"/>
              <a:gd name="csY28" fmla="*/ 1701833 h 2044733"/>
              <a:gd name="csX29" fmla="*/ 868680 w 1805940"/>
              <a:gd name="csY29" fmla="*/ 1686593 h 2044733"/>
              <a:gd name="csX30" fmla="*/ 853440 w 1805940"/>
              <a:gd name="csY30" fmla="*/ 1663733 h 2044733"/>
              <a:gd name="csX31" fmla="*/ 883920 w 1805940"/>
              <a:gd name="csY31" fmla="*/ 1640873 h 2044733"/>
              <a:gd name="csX32" fmla="*/ 944880 w 1805940"/>
              <a:gd name="csY32" fmla="*/ 1633253 h 2044733"/>
              <a:gd name="csX33" fmla="*/ 914400 w 1805940"/>
              <a:gd name="csY33" fmla="*/ 1557053 h 2044733"/>
              <a:gd name="csX34" fmla="*/ 891540 w 1805940"/>
              <a:gd name="csY34" fmla="*/ 1534193 h 2044733"/>
              <a:gd name="csX35" fmla="*/ 891540 w 1805940"/>
              <a:gd name="csY35" fmla="*/ 1457993 h 2044733"/>
              <a:gd name="csX36" fmla="*/ 914400 w 1805940"/>
              <a:gd name="csY36" fmla="*/ 1435133 h 2044733"/>
              <a:gd name="csX37" fmla="*/ 929640 w 1805940"/>
              <a:gd name="csY37" fmla="*/ 1397033 h 2044733"/>
              <a:gd name="csX38" fmla="*/ 914400 w 1805940"/>
              <a:gd name="csY38" fmla="*/ 1374173 h 2044733"/>
              <a:gd name="csX39" fmla="*/ 800100 w 1805940"/>
              <a:gd name="csY39" fmla="*/ 1366553 h 2044733"/>
              <a:gd name="csX40" fmla="*/ 777240 w 1805940"/>
              <a:gd name="csY40" fmla="*/ 1336073 h 2044733"/>
              <a:gd name="csX41" fmla="*/ 746760 w 1805940"/>
              <a:gd name="csY41" fmla="*/ 1313213 h 2044733"/>
              <a:gd name="csX42" fmla="*/ 739140 w 1805940"/>
              <a:gd name="csY42" fmla="*/ 1282733 h 2044733"/>
              <a:gd name="csX43" fmla="*/ 754380 w 1805940"/>
              <a:gd name="csY43" fmla="*/ 1259873 h 2044733"/>
              <a:gd name="csX44" fmla="*/ 777240 w 1805940"/>
              <a:gd name="csY44" fmla="*/ 1252253 h 2044733"/>
              <a:gd name="csX45" fmla="*/ 868680 w 1805940"/>
              <a:gd name="csY45" fmla="*/ 1244633 h 2044733"/>
              <a:gd name="csX46" fmla="*/ 891540 w 1805940"/>
              <a:gd name="csY46" fmla="*/ 1237013 h 2044733"/>
              <a:gd name="csX47" fmla="*/ 922020 w 1805940"/>
              <a:gd name="csY47" fmla="*/ 1229393 h 2044733"/>
              <a:gd name="csX48" fmla="*/ 944880 w 1805940"/>
              <a:gd name="csY48" fmla="*/ 1198913 h 2044733"/>
              <a:gd name="csX49" fmla="*/ 982980 w 1805940"/>
              <a:gd name="csY49" fmla="*/ 1061753 h 2044733"/>
              <a:gd name="csX50" fmla="*/ 1036320 w 1805940"/>
              <a:gd name="csY50" fmla="*/ 1069373 h 2044733"/>
              <a:gd name="csX51" fmla="*/ 1143000 w 1805940"/>
              <a:gd name="csY51" fmla="*/ 1069373 h 2044733"/>
              <a:gd name="csX52" fmla="*/ 1165860 w 1805940"/>
              <a:gd name="csY52" fmla="*/ 1038893 h 2044733"/>
              <a:gd name="csX53" fmla="*/ 1188720 w 1805940"/>
              <a:gd name="csY53" fmla="*/ 993173 h 2044733"/>
              <a:gd name="csX54" fmla="*/ 1211580 w 1805940"/>
              <a:gd name="csY54" fmla="*/ 1016033 h 2044733"/>
              <a:gd name="csX55" fmla="*/ 1226820 w 1805940"/>
              <a:gd name="csY55" fmla="*/ 1061753 h 2044733"/>
              <a:gd name="csX56" fmla="*/ 1234440 w 1805940"/>
              <a:gd name="csY56" fmla="*/ 1084613 h 2044733"/>
              <a:gd name="csX57" fmla="*/ 1264920 w 1805940"/>
              <a:gd name="csY57" fmla="*/ 1137953 h 2044733"/>
              <a:gd name="csX58" fmla="*/ 1280160 w 1805940"/>
              <a:gd name="csY58" fmla="*/ 1115093 h 2044733"/>
              <a:gd name="csX59" fmla="*/ 1287780 w 1805940"/>
              <a:gd name="csY59" fmla="*/ 1092233 h 2044733"/>
              <a:gd name="csX60" fmla="*/ 1310640 w 1805940"/>
              <a:gd name="csY60" fmla="*/ 1115093 h 2044733"/>
              <a:gd name="csX61" fmla="*/ 1325880 w 1805940"/>
              <a:gd name="csY61" fmla="*/ 1168433 h 2044733"/>
              <a:gd name="csX62" fmla="*/ 1310640 w 1805940"/>
              <a:gd name="csY62" fmla="*/ 1221773 h 2044733"/>
              <a:gd name="csX63" fmla="*/ 1325880 w 1805940"/>
              <a:gd name="csY63" fmla="*/ 1252253 h 2044733"/>
              <a:gd name="csX64" fmla="*/ 1356360 w 1805940"/>
              <a:gd name="csY64" fmla="*/ 1351313 h 2044733"/>
              <a:gd name="csX65" fmla="*/ 1371600 w 1805940"/>
              <a:gd name="csY65" fmla="*/ 1320833 h 2044733"/>
              <a:gd name="csX66" fmla="*/ 1356360 w 1805940"/>
              <a:gd name="csY66" fmla="*/ 1198913 h 2044733"/>
              <a:gd name="csX67" fmla="*/ 1363980 w 1805940"/>
              <a:gd name="csY67" fmla="*/ 1160813 h 2044733"/>
              <a:gd name="csX68" fmla="*/ 1394460 w 1805940"/>
              <a:gd name="csY68" fmla="*/ 1153193 h 2044733"/>
              <a:gd name="csX69" fmla="*/ 1417320 w 1805940"/>
              <a:gd name="csY69" fmla="*/ 1137953 h 2044733"/>
              <a:gd name="csX70" fmla="*/ 1386840 w 1805940"/>
              <a:gd name="csY70" fmla="*/ 1107473 h 2044733"/>
              <a:gd name="csX71" fmla="*/ 1371600 w 1805940"/>
              <a:gd name="csY71" fmla="*/ 1076993 h 2044733"/>
              <a:gd name="csX72" fmla="*/ 1394460 w 1805940"/>
              <a:gd name="csY72" fmla="*/ 1061753 h 2044733"/>
              <a:gd name="csX73" fmla="*/ 1447800 w 1805940"/>
              <a:gd name="csY73" fmla="*/ 1076993 h 2044733"/>
              <a:gd name="csX74" fmla="*/ 1463040 w 1805940"/>
              <a:gd name="csY74" fmla="*/ 1046513 h 2044733"/>
              <a:gd name="csX75" fmla="*/ 1455420 w 1805940"/>
              <a:gd name="csY75" fmla="*/ 1000793 h 2044733"/>
              <a:gd name="csX76" fmla="*/ 1432560 w 1805940"/>
              <a:gd name="csY76" fmla="*/ 993173 h 2044733"/>
              <a:gd name="csX77" fmla="*/ 1402080 w 1805940"/>
              <a:gd name="csY77" fmla="*/ 985553 h 2044733"/>
              <a:gd name="csX78" fmla="*/ 1394460 w 1805940"/>
              <a:gd name="csY78" fmla="*/ 955073 h 2044733"/>
              <a:gd name="csX79" fmla="*/ 1386840 w 1805940"/>
              <a:gd name="csY79" fmla="*/ 894113 h 2044733"/>
              <a:gd name="csX80" fmla="*/ 1371600 w 1805940"/>
              <a:gd name="csY80" fmla="*/ 863633 h 2044733"/>
              <a:gd name="csX81" fmla="*/ 1363980 w 1805940"/>
              <a:gd name="csY81" fmla="*/ 833153 h 2044733"/>
              <a:gd name="csX82" fmla="*/ 1501140 w 1805940"/>
              <a:gd name="csY82" fmla="*/ 810293 h 2044733"/>
              <a:gd name="csX83" fmla="*/ 1546860 w 1805940"/>
              <a:gd name="csY83" fmla="*/ 795053 h 2044733"/>
              <a:gd name="csX84" fmla="*/ 1638300 w 1805940"/>
              <a:gd name="csY84" fmla="*/ 787433 h 2044733"/>
              <a:gd name="csX85" fmla="*/ 1668780 w 1805940"/>
              <a:gd name="csY85" fmla="*/ 764573 h 2044733"/>
              <a:gd name="csX86" fmla="*/ 1691640 w 1805940"/>
              <a:gd name="csY86" fmla="*/ 756953 h 2044733"/>
              <a:gd name="csX87" fmla="*/ 1805940 w 1805940"/>
              <a:gd name="csY87" fmla="*/ 741713 h 2044733"/>
              <a:gd name="csX88" fmla="*/ 1798320 w 1805940"/>
              <a:gd name="csY88" fmla="*/ 680753 h 2044733"/>
              <a:gd name="csX89" fmla="*/ 1790700 w 1805940"/>
              <a:gd name="csY89" fmla="*/ 657893 h 2044733"/>
              <a:gd name="csX90" fmla="*/ 1767840 w 1805940"/>
              <a:gd name="csY90" fmla="*/ 642653 h 2044733"/>
              <a:gd name="csX91" fmla="*/ 1737360 w 1805940"/>
              <a:gd name="csY91" fmla="*/ 551213 h 2044733"/>
              <a:gd name="csX92" fmla="*/ 1722120 w 1805940"/>
              <a:gd name="csY92" fmla="*/ 475013 h 2044733"/>
              <a:gd name="csX93" fmla="*/ 1152877 w 1805940"/>
              <a:gd name="csY93" fmla="*/ 471160 h 2044733"/>
              <a:gd name="csX94" fmla="*/ 1283062 w 1805940"/>
              <a:gd name="csY94" fmla="*/ 430548 h 2044733"/>
              <a:gd name="csX95" fmla="*/ 1440254 w 1805940"/>
              <a:gd name="csY95" fmla="*/ 387426 h 2044733"/>
              <a:gd name="csX96" fmla="*/ 1438169 w 1805940"/>
              <a:gd name="csY96" fmla="*/ 240309 h 2044733"/>
              <a:gd name="csX97" fmla="*/ 1411323 w 1805940"/>
              <a:gd name="csY97" fmla="*/ 73017 h 2044733"/>
              <a:gd name="csX98" fmla="*/ 1538571 w 1805940"/>
              <a:gd name="csY98" fmla="*/ 0 h 2044733"/>
              <a:gd name="csX0" fmla="*/ 0 w 1805940"/>
              <a:gd name="csY0" fmla="*/ 2044733 h 2044733"/>
              <a:gd name="csX1" fmla="*/ 60960 w 1805940"/>
              <a:gd name="csY1" fmla="*/ 2037113 h 2044733"/>
              <a:gd name="csX2" fmla="*/ 121920 w 1805940"/>
              <a:gd name="csY2" fmla="*/ 1991393 h 2044733"/>
              <a:gd name="csX3" fmla="*/ 175260 w 1805940"/>
              <a:gd name="csY3" fmla="*/ 1968533 h 2044733"/>
              <a:gd name="csX4" fmla="*/ 198120 w 1805940"/>
              <a:gd name="csY4" fmla="*/ 1953293 h 2044733"/>
              <a:gd name="csX5" fmla="*/ 304800 w 1805940"/>
              <a:gd name="csY5" fmla="*/ 1938053 h 2044733"/>
              <a:gd name="csX6" fmla="*/ 304800 w 1805940"/>
              <a:gd name="csY6" fmla="*/ 1861853 h 2044733"/>
              <a:gd name="csX7" fmla="*/ 281940 w 1805940"/>
              <a:gd name="csY7" fmla="*/ 1846613 h 2044733"/>
              <a:gd name="csX8" fmla="*/ 266700 w 1805940"/>
              <a:gd name="csY8" fmla="*/ 1823753 h 2044733"/>
              <a:gd name="csX9" fmla="*/ 289560 w 1805940"/>
              <a:gd name="csY9" fmla="*/ 1808513 h 2044733"/>
              <a:gd name="csX10" fmla="*/ 342900 w 1805940"/>
              <a:gd name="csY10" fmla="*/ 1816133 h 2044733"/>
              <a:gd name="csX11" fmla="*/ 350520 w 1805940"/>
              <a:gd name="csY11" fmla="*/ 1838993 h 2044733"/>
              <a:gd name="csX12" fmla="*/ 381000 w 1805940"/>
              <a:gd name="csY12" fmla="*/ 1892333 h 2044733"/>
              <a:gd name="csX13" fmla="*/ 396240 w 1805940"/>
              <a:gd name="csY13" fmla="*/ 1922813 h 2044733"/>
              <a:gd name="csX14" fmla="*/ 411480 w 1805940"/>
              <a:gd name="csY14" fmla="*/ 1899953 h 2044733"/>
              <a:gd name="csX15" fmla="*/ 426720 w 1805940"/>
              <a:gd name="csY15" fmla="*/ 1861853 h 2044733"/>
              <a:gd name="csX16" fmla="*/ 449580 w 1805940"/>
              <a:gd name="csY16" fmla="*/ 1877093 h 2044733"/>
              <a:gd name="csX17" fmla="*/ 487680 w 1805940"/>
              <a:gd name="csY17" fmla="*/ 1854233 h 2044733"/>
              <a:gd name="csX18" fmla="*/ 548640 w 1805940"/>
              <a:gd name="csY18" fmla="*/ 1861853 h 2044733"/>
              <a:gd name="csX19" fmla="*/ 563880 w 1805940"/>
              <a:gd name="csY19" fmla="*/ 1838993 h 2044733"/>
              <a:gd name="csX20" fmla="*/ 548640 w 1805940"/>
              <a:gd name="csY20" fmla="*/ 1816133 h 2044733"/>
              <a:gd name="csX21" fmla="*/ 495300 w 1805940"/>
              <a:gd name="csY21" fmla="*/ 1785653 h 2044733"/>
              <a:gd name="csX22" fmla="*/ 518160 w 1805940"/>
              <a:gd name="csY22" fmla="*/ 1770413 h 2044733"/>
              <a:gd name="csX23" fmla="*/ 632460 w 1805940"/>
              <a:gd name="csY23" fmla="*/ 1793273 h 2044733"/>
              <a:gd name="csX24" fmla="*/ 754380 w 1805940"/>
              <a:gd name="csY24" fmla="*/ 1785653 h 2044733"/>
              <a:gd name="csX25" fmla="*/ 784860 w 1805940"/>
              <a:gd name="csY25" fmla="*/ 1793273 h 2044733"/>
              <a:gd name="csX26" fmla="*/ 876300 w 1805940"/>
              <a:gd name="csY26" fmla="*/ 1778033 h 2044733"/>
              <a:gd name="csX27" fmla="*/ 899160 w 1805940"/>
              <a:gd name="csY27" fmla="*/ 1762793 h 2044733"/>
              <a:gd name="csX28" fmla="*/ 891540 w 1805940"/>
              <a:gd name="csY28" fmla="*/ 1701833 h 2044733"/>
              <a:gd name="csX29" fmla="*/ 868680 w 1805940"/>
              <a:gd name="csY29" fmla="*/ 1686593 h 2044733"/>
              <a:gd name="csX30" fmla="*/ 853440 w 1805940"/>
              <a:gd name="csY30" fmla="*/ 1663733 h 2044733"/>
              <a:gd name="csX31" fmla="*/ 883920 w 1805940"/>
              <a:gd name="csY31" fmla="*/ 1640873 h 2044733"/>
              <a:gd name="csX32" fmla="*/ 944880 w 1805940"/>
              <a:gd name="csY32" fmla="*/ 1633253 h 2044733"/>
              <a:gd name="csX33" fmla="*/ 914400 w 1805940"/>
              <a:gd name="csY33" fmla="*/ 1557053 h 2044733"/>
              <a:gd name="csX34" fmla="*/ 891540 w 1805940"/>
              <a:gd name="csY34" fmla="*/ 1534193 h 2044733"/>
              <a:gd name="csX35" fmla="*/ 891540 w 1805940"/>
              <a:gd name="csY35" fmla="*/ 1457993 h 2044733"/>
              <a:gd name="csX36" fmla="*/ 914400 w 1805940"/>
              <a:gd name="csY36" fmla="*/ 1435133 h 2044733"/>
              <a:gd name="csX37" fmla="*/ 929640 w 1805940"/>
              <a:gd name="csY37" fmla="*/ 1397033 h 2044733"/>
              <a:gd name="csX38" fmla="*/ 914400 w 1805940"/>
              <a:gd name="csY38" fmla="*/ 1374173 h 2044733"/>
              <a:gd name="csX39" fmla="*/ 800100 w 1805940"/>
              <a:gd name="csY39" fmla="*/ 1366553 h 2044733"/>
              <a:gd name="csX40" fmla="*/ 777240 w 1805940"/>
              <a:gd name="csY40" fmla="*/ 1336073 h 2044733"/>
              <a:gd name="csX41" fmla="*/ 746760 w 1805940"/>
              <a:gd name="csY41" fmla="*/ 1313213 h 2044733"/>
              <a:gd name="csX42" fmla="*/ 739140 w 1805940"/>
              <a:gd name="csY42" fmla="*/ 1282733 h 2044733"/>
              <a:gd name="csX43" fmla="*/ 754380 w 1805940"/>
              <a:gd name="csY43" fmla="*/ 1259873 h 2044733"/>
              <a:gd name="csX44" fmla="*/ 777240 w 1805940"/>
              <a:gd name="csY44" fmla="*/ 1252253 h 2044733"/>
              <a:gd name="csX45" fmla="*/ 868680 w 1805940"/>
              <a:gd name="csY45" fmla="*/ 1244633 h 2044733"/>
              <a:gd name="csX46" fmla="*/ 891540 w 1805940"/>
              <a:gd name="csY46" fmla="*/ 1237013 h 2044733"/>
              <a:gd name="csX47" fmla="*/ 922020 w 1805940"/>
              <a:gd name="csY47" fmla="*/ 1229393 h 2044733"/>
              <a:gd name="csX48" fmla="*/ 944880 w 1805940"/>
              <a:gd name="csY48" fmla="*/ 1198913 h 2044733"/>
              <a:gd name="csX49" fmla="*/ 982980 w 1805940"/>
              <a:gd name="csY49" fmla="*/ 1061753 h 2044733"/>
              <a:gd name="csX50" fmla="*/ 1036320 w 1805940"/>
              <a:gd name="csY50" fmla="*/ 1069373 h 2044733"/>
              <a:gd name="csX51" fmla="*/ 1143000 w 1805940"/>
              <a:gd name="csY51" fmla="*/ 1069373 h 2044733"/>
              <a:gd name="csX52" fmla="*/ 1165860 w 1805940"/>
              <a:gd name="csY52" fmla="*/ 1038893 h 2044733"/>
              <a:gd name="csX53" fmla="*/ 1188720 w 1805940"/>
              <a:gd name="csY53" fmla="*/ 993173 h 2044733"/>
              <a:gd name="csX54" fmla="*/ 1211580 w 1805940"/>
              <a:gd name="csY54" fmla="*/ 1016033 h 2044733"/>
              <a:gd name="csX55" fmla="*/ 1226820 w 1805940"/>
              <a:gd name="csY55" fmla="*/ 1061753 h 2044733"/>
              <a:gd name="csX56" fmla="*/ 1234440 w 1805940"/>
              <a:gd name="csY56" fmla="*/ 1084613 h 2044733"/>
              <a:gd name="csX57" fmla="*/ 1264920 w 1805940"/>
              <a:gd name="csY57" fmla="*/ 1137953 h 2044733"/>
              <a:gd name="csX58" fmla="*/ 1280160 w 1805940"/>
              <a:gd name="csY58" fmla="*/ 1115093 h 2044733"/>
              <a:gd name="csX59" fmla="*/ 1287780 w 1805940"/>
              <a:gd name="csY59" fmla="*/ 1092233 h 2044733"/>
              <a:gd name="csX60" fmla="*/ 1310640 w 1805940"/>
              <a:gd name="csY60" fmla="*/ 1115093 h 2044733"/>
              <a:gd name="csX61" fmla="*/ 1325880 w 1805940"/>
              <a:gd name="csY61" fmla="*/ 1168433 h 2044733"/>
              <a:gd name="csX62" fmla="*/ 1310640 w 1805940"/>
              <a:gd name="csY62" fmla="*/ 1221773 h 2044733"/>
              <a:gd name="csX63" fmla="*/ 1325880 w 1805940"/>
              <a:gd name="csY63" fmla="*/ 1252253 h 2044733"/>
              <a:gd name="csX64" fmla="*/ 1356360 w 1805940"/>
              <a:gd name="csY64" fmla="*/ 1351313 h 2044733"/>
              <a:gd name="csX65" fmla="*/ 1371600 w 1805940"/>
              <a:gd name="csY65" fmla="*/ 1320833 h 2044733"/>
              <a:gd name="csX66" fmla="*/ 1356360 w 1805940"/>
              <a:gd name="csY66" fmla="*/ 1198913 h 2044733"/>
              <a:gd name="csX67" fmla="*/ 1363980 w 1805940"/>
              <a:gd name="csY67" fmla="*/ 1160813 h 2044733"/>
              <a:gd name="csX68" fmla="*/ 1394460 w 1805940"/>
              <a:gd name="csY68" fmla="*/ 1153193 h 2044733"/>
              <a:gd name="csX69" fmla="*/ 1417320 w 1805940"/>
              <a:gd name="csY69" fmla="*/ 1137953 h 2044733"/>
              <a:gd name="csX70" fmla="*/ 1386840 w 1805940"/>
              <a:gd name="csY70" fmla="*/ 1107473 h 2044733"/>
              <a:gd name="csX71" fmla="*/ 1371600 w 1805940"/>
              <a:gd name="csY71" fmla="*/ 1076993 h 2044733"/>
              <a:gd name="csX72" fmla="*/ 1394460 w 1805940"/>
              <a:gd name="csY72" fmla="*/ 1061753 h 2044733"/>
              <a:gd name="csX73" fmla="*/ 1447800 w 1805940"/>
              <a:gd name="csY73" fmla="*/ 1076993 h 2044733"/>
              <a:gd name="csX74" fmla="*/ 1463040 w 1805940"/>
              <a:gd name="csY74" fmla="*/ 1046513 h 2044733"/>
              <a:gd name="csX75" fmla="*/ 1455420 w 1805940"/>
              <a:gd name="csY75" fmla="*/ 1000793 h 2044733"/>
              <a:gd name="csX76" fmla="*/ 1432560 w 1805940"/>
              <a:gd name="csY76" fmla="*/ 993173 h 2044733"/>
              <a:gd name="csX77" fmla="*/ 1402080 w 1805940"/>
              <a:gd name="csY77" fmla="*/ 985553 h 2044733"/>
              <a:gd name="csX78" fmla="*/ 1394460 w 1805940"/>
              <a:gd name="csY78" fmla="*/ 955073 h 2044733"/>
              <a:gd name="csX79" fmla="*/ 1386840 w 1805940"/>
              <a:gd name="csY79" fmla="*/ 894113 h 2044733"/>
              <a:gd name="csX80" fmla="*/ 1371600 w 1805940"/>
              <a:gd name="csY80" fmla="*/ 863633 h 2044733"/>
              <a:gd name="csX81" fmla="*/ 1363980 w 1805940"/>
              <a:gd name="csY81" fmla="*/ 833153 h 2044733"/>
              <a:gd name="csX82" fmla="*/ 1501140 w 1805940"/>
              <a:gd name="csY82" fmla="*/ 810293 h 2044733"/>
              <a:gd name="csX83" fmla="*/ 1546860 w 1805940"/>
              <a:gd name="csY83" fmla="*/ 795053 h 2044733"/>
              <a:gd name="csX84" fmla="*/ 1638300 w 1805940"/>
              <a:gd name="csY84" fmla="*/ 787433 h 2044733"/>
              <a:gd name="csX85" fmla="*/ 1668780 w 1805940"/>
              <a:gd name="csY85" fmla="*/ 764573 h 2044733"/>
              <a:gd name="csX86" fmla="*/ 1691640 w 1805940"/>
              <a:gd name="csY86" fmla="*/ 756953 h 2044733"/>
              <a:gd name="csX87" fmla="*/ 1805940 w 1805940"/>
              <a:gd name="csY87" fmla="*/ 741713 h 2044733"/>
              <a:gd name="csX88" fmla="*/ 1798320 w 1805940"/>
              <a:gd name="csY88" fmla="*/ 680753 h 2044733"/>
              <a:gd name="csX89" fmla="*/ 1790700 w 1805940"/>
              <a:gd name="csY89" fmla="*/ 657893 h 2044733"/>
              <a:gd name="csX90" fmla="*/ 1767840 w 1805940"/>
              <a:gd name="csY90" fmla="*/ 642653 h 2044733"/>
              <a:gd name="csX91" fmla="*/ 1737360 w 1805940"/>
              <a:gd name="csY91" fmla="*/ 551213 h 2044733"/>
              <a:gd name="csX92" fmla="*/ 1445118 w 1805940"/>
              <a:gd name="csY92" fmla="*/ 541580 h 2044733"/>
              <a:gd name="csX93" fmla="*/ 1152877 w 1805940"/>
              <a:gd name="csY93" fmla="*/ 471160 h 2044733"/>
              <a:gd name="csX94" fmla="*/ 1283062 w 1805940"/>
              <a:gd name="csY94" fmla="*/ 430548 h 2044733"/>
              <a:gd name="csX95" fmla="*/ 1440254 w 1805940"/>
              <a:gd name="csY95" fmla="*/ 387426 h 2044733"/>
              <a:gd name="csX96" fmla="*/ 1438169 w 1805940"/>
              <a:gd name="csY96" fmla="*/ 240309 h 2044733"/>
              <a:gd name="csX97" fmla="*/ 1411323 w 1805940"/>
              <a:gd name="csY97" fmla="*/ 73017 h 2044733"/>
              <a:gd name="csX98" fmla="*/ 1538571 w 1805940"/>
              <a:gd name="csY98" fmla="*/ 0 h 2044733"/>
              <a:gd name="csX0" fmla="*/ 0 w 1805940"/>
              <a:gd name="csY0" fmla="*/ 2044733 h 2044733"/>
              <a:gd name="csX1" fmla="*/ 60960 w 1805940"/>
              <a:gd name="csY1" fmla="*/ 2037113 h 2044733"/>
              <a:gd name="csX2" fmla="*/ 121920 w 1805940"/>
              <a:gd name="csY2" fmla="*/ 1991393 h 2044733"/>
              <a:gd name="csX3" fmla="*/ 175260 w 1805940"/>
              <a:gd name="csY3" fmla="*/ 1968533 h 2044733"/>
              <a:gd name="csX4" fmla="*/ 198120 w 1805940"/>
              <a:gd name="csY4" fmla="*/ 1953293 h 2044733"/>
              <a:gd name="csX5" fmla="*/ 304800 w 1805940"/>
              <a:gd name="csY5" fmla="*/ 1938053 h 2044733"/>
              <a:gd name="csX6" fmla="*/ 304800 w 1805940"/>
              <a:gd name="csY6" fmla="*/ 1861853 h 2044733"/>
              <a:gd name="csX7" fmla="*/ 281940 w 1805940"/>
              <a:gd name="csY7" fmla="*/ 1846613 h 2044733"/>
              <a:gd name="csX8" fmla="*/ 266700 w 1805940"/>
              <a:gd name="csY8" fmla="*/ 1823753 h 2044733"/>
              <a:gd name="csX9" fmla="*/ 289560 w 1805940"/>
              <a:gd name="csY9" fmla="*/ 1808513 h 2044733"/>
              <a:gd name="csX10" fmla="*/ 342900 w 1805940"/>
              <a:gd name="csY10" fmla="*/ 1816133 h 2044733"/>
              <a:gd name="csX11" fmla="*/ 350520 w 1805940"/>
              <a:gd name="csY11" fmla="*/ 1838993 h 2044733"/>
              <a:gd name="csX12" fmla="*/ 381000 w 1805940"/>
              <a:gd name="csY12" fmla="*/ 1892333 h 2044733"/>
              <a:gd name="csX13" fmla="*/ 396240 w 1805940"/>
              <a:gd name="csY13" fmla="*/ 1922813 h 2044733"/>
              <a:gd name="csX14" fmla="*/ 411480 w 1805940"/>
              <a:gd name="csY14" fmla="*/ 1899953 h 2044733"/>
              <a:gd name="csX15" fmla="*/ 426720 w 1805940"/>
              <a:gd name="csY15" fmla="*/ 1861853 h 2044733"/>
              <a:gd name="csX16" fmla="*/ 449580 w 1805940"/>
              <a:gd name="csY16" fmla="*/ 1877093 h 2044733"/>
              <a:gd name="csX17" fmla="*/ 487680 w 1805940"/>
              <a:gd name="csY17" fmla="*/ 1854233 h 2044733"/>
              <a:gd name="csX18" fmla="*/ 548640 w 1805940"/>
              <a:gd name="csY18" fmla="*/ 1861853 h 2044733"/>
              <a:gd name="csX19" fmla="*/ 563880 w 1805940"/>
              <a:gd name="csY19" fmla="*/ 1838993 h 2044733"/>
              <a:gd name="csX20" fmla="*/ 548640 w 1805940"/>
              <a:gd name="csY20" fmla="*/ 1816133 h 2044733"/>
              <a:gd name="csX21" fmla="*/ 495300 w 1805940"/>
              <a:gd name="csY21" fmla="*/ 1785653 h 2044733"/>
              <a:gd name="csX22" fmla="*/ 518160 w 1805940"/>
              <a:gd name="csY22" fmla="*/ 1770413 h 2044733"/>
              <a:gd name="csX23" fmla="*/ 632460 w 1805940"/>
              <a:gd name="csY23" fmla="*/ 1793273 h 2044733"/>
              <a:gd name="csX24" fmla="*/ 754380 w 1805940"/>
              <a:gd name="csY24" fmla="*/ 1785653 h 2044733"/>
              <a:gd name="csX25" fmla="*/ 784860 w 1805940"/>
              <a:gd name="csY25" fmla="*/ 1793273 h 2044733"/>
              <a:gd name="csX26" fmla="*/ 876300 w 1805940"/>
              <a:gd name="csY26" fmla="*/ 1778033 h 2044733"/>
              <a:gd name="csX27" fmla="*/ 899160 w 1805940"/>
              <a:gd name="csY27" fmla="*/ 1762793 h 2044733"/>
              <a:gd name="csX28" fmla="*/ 891540 w 1805940"/>
              <a:gd name="csY28" fmla="*/ 1701833 h 2044733"/>
              <a:gd name="csX29" fmla="*/ 868680 w 1805940"/>
              <a:gd name="csY29" fmla="*/ 1686593 h 2044733"/>
              <a:gd name="csX30" fmla="*/ 853440 w 1805940"/>
              <a:gd name="csY30" fmla="*/ 1663733 h 2044733"/>
              <a:gd name="csX31" fmla="*/ 883920 w 1805940"/>
              <a:gd name="csY31" fmla="*/ 1640873 h 2044733"/>
              <a:gd name="csX32" fmla="*/ 944880 w 1805940"/>
              <a:gd name="csY32" fmla="*/ 1633253 h 2044733"/>
              <a:gd name="csX33" fmla="*/ 914400 w 1805940"/>
              <a:gd name="csY33" fmla="*/ 1557053 h 2044733"/>
              <a:gd name="csX34" fmla="*/ 891540 w 1805940"/>
              <a:gd name="csY34" fmla="*/ 1534193 h 2044733"/>
              <a:gd name="csX35" fmla="*/ 891540 w 1805940"/>
              <a:gd name="csY35" fmla="*/ 1457993 h 2044733"/>
              <a:gd name="csX36" fmla="*/ 914400 w 1805940"/>
              <a:gd name="csY36" fmla="*/ 1435133 h 2044733"/>
              <a:gd name="csX37" fmla="*/ 929640 w 1805940"/>
              <a:gd name="csY37" fmla="*/ 1397033 h 2044733"/>
              <a:gd name="csX38" fmla="*/ 914400 w 1805940"/>
              <a:gd name="csY38" fmla="*/ 1374173 h 2044733"/>
              <a:gd name="csX39" fmla="*/ 800100 w 1805940"/>
              <a:gd name="csY39" fmla="*/ 1366553 h 2044733"/>
              <a:gd name="csX40" fmla="*/ 777240 w 1805940"/>
              <a:gd name="csY40" fmla="*/ 1336073 h 2044733"/>
              <a:gd name="csX41" fmla="*/ 746760 w 1805940"/>
              <a:gd name="csY41" fmla="*/ 1313213 h 2044733"/>
              <a:gd name="csX42" fmla="*/ 739140 w 1805940"/>
              <a:gd name="csY42" fmla="*/ 1282733 h 2044733"/>
              <a:gd name="csX43" fmla="*/ 754380 w 1805940"/>
              <a:gd name="csY43" fmla="*/ 1259873 h 2044733"/>
              <a:gd name="csX44" fmla="*/ 777240 w 1805940"/>
              <a:gd name="csY44" fmla="*/ 1252253 h 2044733"/>
              <a:gd name="csX45" fmla="*/ 868680 w 1805940"/>
              <a:gd name="csY45" fmla="*/ 1244633 h 2044733"/>
              <a:gd name="csX46" fmla="*/ 891540 w 1805940"/>
              <a:gd name="csY46" fmla="*/ 1237013 h 2044733"/>
              <a:gd name="csX47" fmla="*/ 922020 w 1805940"/>
              <a:gd name="csY47" fmla="*/ 1229393 h 2044733"/>
              <a:gd name="csX48" fmla="*/ 944880 w 1805940"/>
              <a:gd name="csY48" fmla="*/ 1198913 h 2044733"/>
              <a:gd name="csX49" fmla="*/ 982980 w 1805940"/>
              <a:gd name="csY49" fmla="*/ 1061753 h 2044733"/>
              <a:gd name="csX50" fmla="*/ 1036320 w 1805940"/>
              <a:gd name="csY50" fmla="*/ 1069373 h 2044733"/>
              <a:gd name="csX51" fmla="*/ 1143000 w 1805940"/>
              <a:gd name="csY51" fmla="*/ 1069373 h 2044733"/>
              <a:gd name="csX52" fmla="*/ 1165860 w 1805940"/>
              <a:gd name="csY52" fmla="*/ 1038893 h 2044733"/>
              <a:gd name="csX53" fmla="*/ 1188720 w 1805940"/>
              <a:gd name="csY53" fmla="*/ 993173 h 2044733"/>
              <a:gd name="csX54" fmla="*/ 1211580 w 1805940"/>
              <a:gd name="csY54" fmla="*/ 1016033 h 2044733"/>
              <a:gd name="csX55" fmla="*/ 1226820 w 1805940"/>
              <a:gd name="csY55" fmla="*/ 1061753 h 2044733"/>
              <a:gd name="csX56" fmla="*/ 1234440 w 1805940"/>
              <a:gd name="csY56" fmla="*/ 1084613 h 2044733"/>
              <a:gd name="csX57" fmla="*/ 1264920 w 1805940"/>
              <a:gd name="csY57" fmla="*/ 1137953 h 2044733"/>
              <a:gd name="csX58" fmla="*/ 1280160 w 1805940"/>
              <a:gd name="csY58" fmla="*/ 1115093 h 2044733"/>
              <a:gd name="csX59" fmla="*/ 1287780 w 1805940"/>
              <a:gd name="csY59" fmla="*/ 1092233 h 2044733"/>
              <a:gd name="csX60" fmla="*/ 1310640 w 1805940"/>
              <a:gd name="csY60" fmla="*/ 1115093 h 2044733"/>
              <a:gd name="csX61" fmla="*/ 1325880 w 1805940"/>
              <a:gd name="csY61" fmla="*/ 1168433 h 2044733"/>
              <a:gd name="csX62" fmla="*/ 1310640 w 1805940"/>
              <a:gd name="csY62" fmla="*/ 1221773 h 2044733"/>
              <a:gd name="csX63" fmla="*/ 1325880 w 1805940"/>
              <a:gd name="csY63" fmla="*/ 1252253 h 2044733"/>
              <a:gd name="csX64" fmla="*/ 1356360 w 1805940"/>
              <a:gd name="csY64" fmla="*/ 1351313 h 2044733"/>
              <a:gd name="csX65" fmla="*/ 1371600 w 1805940"/>
              <a:gd name="csY65" fmla="*/ 1320833 h 2044733"/>
              <a:gd name="csX66" fmla="*/ 1356360 w 1805940"/>
              <a:gd name="csY66" fmla="*/ 1198913 h 2044733"/>
              <a:gd name="csX67" fmla="*/ 1363980 w 1805940"/>
              <a:gd name="csY67" fmla="*/ 1160813 h 2044733"/>
              <a:gd name="csX68" fmla="*/ 1394460 w 1805940"/>
              <a:gd name="csY68" fmla="*/ 1153193 h 2044733"/>
              <a:gd name="csX69" fmla="*/ 1417320 w 1805940"/>
              <a:gd name="csY69" fmla="*/ 1137953 h 2044733"/>
              <a:gd name="csX70" fmla="*/ 1386840 w 1805940"/>
              <a:gd name="csY70" fmla="*/ 1107473 h 2044733"/>
              <a:gd name="csX71" fmla="*/ 1371600 w 1805940"/>
              <a:gd name="csY71" fmla="*/ 1076993 h 2044733"/>
              <a:gd name="csX72" fmla="*/ 1394460 w 1805940"/>
              <a:gd name="csY72" fmla="*/ 1061753 h 2044733"/>
              <a:gd name="csX73" fmla="*/ 1447800 w 1805940"/>
              <a:gd name="csY73" fmla="*/ 1076993 h 2044733"/>
              <a:gd name="csX74" fmla="*/ 1463040 w 1805940"/>
              <a:gd name="csY74" fmla="*/ 1046513 h 2044733"/>
              <a:gd name="csX75" fmla="*/ 1455420 w 1805940"/>
              <a:gd name="csY75" fmla="*/ 1000793 h 2044733"/>
              <a:gd name="csX76" fmla="*/ 1432560 w 1805940"/>
              <a:gd name="csY76" fmla="*/ 993173 h 2044733"/>
              <a:gd name="csX77" fmla="*/ 1402080 w 1805940"/>
              <a:gd name="csY77" fmla="*/ 985553 h 2044733"/>
              <a:gd name="csX78" fmla="*/ 1394460 w 1805940"/>
              <a:gd name="csY78" fmla="*/ 955073 h 2044733"/>
              <a:gd name="csX79" fmla="*/ 1386840 w 1805940"/>
              <a:gd name="csY79" fmla="*/ 894113 h 2044733"/>
              <a:gd name="csX80" fmla="*/ 1371600 w 1805940"/>
              <a:gd name="csY80" fmla="*/ 863633 h 2044733"/>
              <a:gd name="csX81" fmla="*/ 1363980 w 1805940"/>
              <a:gd name="csY81" fmla="*/ 833153 h 2044733"/>
              <a:gd name="csX82" fmla="*/ 1501140 w 1805940"/>
              <a:gd name="csY82" fmla="*/ 810293 h 2044733"/>
              <a:gd name="csX83" fmla="*/ 1546860 w 1805940"/>
              <a:gd name="csY83" fmla="*/ 795053 h 2044733"/>
              <a:gd name="csX84" fmla="*/ 1638300 w 1805940"/>
              <a:gd name="csY84" fmla="*/ 787433 h 2044733"/>
              <a:gd name="csX85" fmla="*/ 1668780 w 1805940"/>
              <a:gd name="csY85" fmla="*/ 764573 h 2044733"/>
              <a:gd name="csX86" fmla="*/ 1691640 w 1805940"/>
              <a:gd name="csY86" fmla="*/ 756953 h 2044733"/>
              <a:gd name="csX87" fmla="*/ 1805940 w 1805940"/>
              <a:gd name="csY87" fmla="*/ 741713 h 2044733"/>
              <a:gd name="csX88" fmla="*/ 1798320 w 1805940"/>
              <a:gd name="csY88" fmla="*/ 680753 h 2044733"/>
              <a:gd name="csX89" fmla="*/ 1790700 w 1805940"/>
              <a:gd name="csY89" fmla="*/ 657893 h 2044733"/>
              <a:gd name="csX90" fmla="*/ 1767840 w 1805940"/>
              <a:gd name="csY90" fmla="*/ 642653 h 2044733"/>
              <a:gd name="csX91" fmla="*/ 1398033 w 1805940"/>
              <a:gd name="csY91" fmla="*/ 604466 h 2044733"/>
              <a:gd name="csX92" fmla="*/ 1445118 w 1805940"/>
              <a:gd name="csY92" fmla="*/ 541580 h 2044733"/>
              <a:gd name="csX93" fmla="*/ 1152877 w 1805940"/>
              <a:gd name="csY93" fmla="*/ 471160 h 2044733"/>
              <a:gd name="csX94" fmla="*/ 1283062 w 1805940"/>
              <a:gd name="csY94" fmla="*/ 430548 h 2044733"/>
              <a:gd name="csX95" fmla="*/ 1440254 w 1805940"/>
              <a:gd name="csY95" fmla="*/ 387426 h 2044733"/>
              <a:gd name="csX96" fmla="*/ 1438169 w 1805940"/>
              <a:gd name="csY96" fmla="*/ 240309 h 2044733"/>
              <a:gd name="csX97" fmla="*/ 1411323 w 1805940"/>
              <a:gd name="csY97" fmla="*/ 73017 h 2044733"/>
              <a:gd name="csX98" fmla="*/ 1538571 w 1805940"/>
              <a:gd name="csY98" fmla="*/ 0 h 2044733"/>
              <a:gd name="csX0" fmla="*/ 0 w 1805940"/>
              <a:gd name="csY0" fmla="*/ 2044733 h 2044733"/>
              <a:gd name="csX1" fmla="*/ 60960 w 1805940"/>
              <a:gd name="csY1" fmla="*/ 2037113 h 2044733"/>
              <a:gd name="csX2" fmla="*/ 121920 w 1805940"/>
              <a:gd name="csY2" fmla="*/ 1991393 h 2044733"/>
              <a:gd name="csX3" fmla="*/ 175260 w 1805940"/>
              <a:gd name="csY3" fmla="*/ 1968533 h 2044733"/>
              <a:gd name="csX4" fmla="*/ 198120 w 1805940"/>
              <a:gd name="csY4" fmla="*/ 1953293 h 2044733"/>
              <a:gd name="csX5" fmla="*/ 304800 w 1805940"/>
              <a:gd name="csY5" fmla="*/ 1938053 h 2044733"/>
              <a:gd name="csX6" fmla="*/ 304800 w 1805940"/>
              <a:gd name="csY6" fmla="*/ 1861853 h 2044733"/>
              <a:gd name="csX7" fmla="*/ 281940 w 1805940"/>
              <a:gd name="csY7" fmla="*/ 1846613 h 2044733"/>
              <a:gd name="csX8" fmla="*/ 266700 w 1805940"/>
              <a:gd name="csY8" fmla="*/ 1823753 h 2044733"/>
              <a:gd name="csX9" fmla="*/ 289560 w 1805940"/>
              <a:gd name="csY9" fmla="*/ 1808513 h 2044733"/>
              <a:gd name="csX10" fmla="*/ 342900 w 1805940"/>
              <a:gd name="csY10" fmla="*/ 1816133 h 2044733"/>
              <a:gd name="csX11" fmla="*/ 350520 w 1805940"/>
              <a:gd name="csY11" fmla="*/ 1838993 h 2044733"/>
              <a:gd name="csX12" fmla="*/ 381000 w 1805940"/>
              <a:gd name="csY12" fmla="*/ 1892333 h 2044733"/>
              <a:gd name="csX13" fmla="*/ 396240 w 1805940"/>
              <a:gd name="csY13" fmla="*/ 1922813 h 2044733"/>
              <a:gd name="csX14" fmla="*/ 411480 w 1805940"/>
              <a:gd name="csY14" fmla="*/ 1899953 h 2044733"/>
              <a:gd name="csX15" fmla="*/ 426720 w 1805940"/>
              <a:gd name="csY15" fmla="*/ 1861853 h 2044733"/>
              <a:gd name="csX16" fmla="*/ 449580 w 1805940"/>
              <a:gd name="csY16" fmla="*/ 1877093 h 2044733"/>
              <a:gd name="csX17" fmla="*/ 487680 w 1805940"/>
              <a:gd name="csY17" fmla="*/ 1854233 h 2044733"/>
              <a:gd name="csX18" fmla="*/ 548640 w 1805940"/>
              <a:gd name="csY18" fmla="*/ 1861853 h 2044733"/>
              <a:gd name="csX19" fmla="*/ 563880 w 1805940"/>
              <a:gd name="csY19" fmla="*/ 1838993 h 2044733"/>
              <a:gd name="csX20" fmla="*/ 548640 w 1805940"/>
              <a:gd name="csY20" fmla="*/ 1816133 h 2044733"/>
              <a:gd name="csX21" fmla="*/ 495300 w 1805940"/>
              <a:gd name="csY21" fmla="*/ 1785653 h 2044733"/>
              <a:gd name="csX22" fmla="*/ 518160 w 1805940"/>
              <a:gd name="csY22" fmla="*/ 1770413 h 2044733"/>
              <a:gd name="csX23" fmla="*/ 632460 w 1805940"/>
              <a:gd name="csY23" fmla="*/ 1793273 h 2044733"/>
              <a:gd name="csX24" fmla="*/ 754380 w 1805940"/>
              <a:gd name="csY24" fmla="*/ 1785653 h 2044733"/>
              <a:gd name="csX25" fmla="*/ 784860 w 1805940"/>
              <a:gd name="csY25" fmla="*/ 1793273 h 2044733"/>
              <a:gd name="csX26" fmla="*/ 876300 w 1805940"/>
              <a:gd name="csY26" fmla="*/ 1778033 h 2044733"/>
              <a:gd name="csX27" fmla="*/ 899160 w 1805940"/>
              <a:gd name="csY27" fmla="*/ 1762793 h 2044733"/>
              <a:gd name="csX28" fmla="*/ 891540 w 1805940"/>
              <a:gd name="csY28" fmla="*/ 1701833 h 2044733"/>
              <a:gd name="csX29" fmla="*/ 868680 w 1805940"/>
              <a:gd name="csY29" fmla="*/ 1686593 h 2044733"/>
              <a:gd name="csX30" fmla="*/ 853440 w 1805940"/>
              <a:gd name="csY30" fmla="*/ 1663733 h 2044733"/>
              <a:gd name="csX31" fmla="*/ 883920 w 1805940"/>
              <a:gd name="csY31" fmla="*/ 1640873 h 2044733"/>
              <a:gd name="csX32" fmla="*/ 944880 w 1805940"/>
              <a:gd name="csY32" fmla="*/ 1633253 h 2044733"/>
              <a:gd name="csX33" fmla="*/ 914400 w 1805940"/>
              <a:gd name="csY33" fmla="*/ 1557053 h 2044733"/>
              <a:gd name="csX34" fmla="*/ 891540 w 1805940"/>
              <a:gd name="csY34" fmla="*/ 1534193 h 2044733"/>
              <a:gd name="csX35" fmla="*/ 891540 w 1805940"/>
              <a:gd name="csY35" fmla="*/ 1457993 h 2044733"/>
              <a:gd name="csX36" fmla="*/ 914400 w 1805940"/>
              <a:gd name="csY36" fmla="*/ 1435133 h 2044733"/>
              <a:gd name="csX37" fmla="*/ 929640 w 1805940"/>
              <a:gd name="csY37" fmla="*/ 1397033 h 2044733"/>
              <a:gd name="csX38" fmla="*/ 914400 w 1805940"/>
              <a:gd name="csY38" fmla="*/ 1374173 h 2044733"/>
              <a:gd name="csX39" fmla="*/ 800100 w 1805940"/>
              <a:gd name="csY39" fmla="*/ 1366553 h 2044733"/>
              <a:gd name="csX40" fmla="*/ 777240 w 1805940"/>
              <a:gd name="csY40" fmla="*/ 1336073 h 2044733"/>
              <a:gd name="csX41" fmla="*/ 746760 w 1805940"/>
              <a:gd name="csY41" fmla="*/ 1313213 h 2044733"/>
              <a:gd name="csX42" fmla="*/ 739140 w 1805940"/>
              <a:gd name="csY42" fmla="*/ 1282733 h 2044733"/>
              <a:gd name="csX43" fmla="*/ 754380 w 1805940"/>
              <a:gd name="csY43" fmla="*/ 1259873 h 2044733"/>
              <a:gd name="csX44" fmla="*/ 777240 w 1805940"/>
              <a:gd name="csY44" fmla="*/ 1252253 h 2044733"/>
              <a:gd name="csX45" fmla="*/ 868680 w 1805940"/>
              <a:gd name="csY45" fmla="*/ 1244633 h 2044733"/>
              <a:gd name="csX46" fmla="*/ 891540 w 1805940"/>
              <a:gd name="csY46" fmla="*/ 1237013 h 2044733"/>
              <a:gd name="csX47" fmla="*/ 922020 w 1805940"/>
              <a:gd name="csY47" fmla="*/ 1229393 h 2044733"/>
              <a:gd name="csX48" fmla="*/ 944880 w 1805940"/>
              <a:gd name="csY48" fmla="*/ 1198913 h 2044733"/>
              <a:gd name="csX49" fmla="*/ 982980 w 1805940"/>
              <a:gd name="csY49" fmla="*/ 1061753 h 2044733"/>
              <a:gd name="csX50" fmla="*/ 1036320 w 1805940"/>
              <a:gd name="csY50" fmla="*/ 1069373 h 2044733"/>
              <a:gd name="csX51" fmla="*/ 1143000 w 1805940"/>
              <a:gd name="csY51" fmla="*/ 1069373 h 2044733"/>
              <a:gd name="csX52" fmla="*/ 1165860 w 1805940"/>
              <a:gd name="csY52" fmla="*/ 1038893 h 2044733"/>
              <a:gd name="csX53" fmla="*/ 1188720 w 1805940"/>
              <a:gd name="csY53" fmla="*/ 993173 h 2044733"/>
              <a:gd name="csX54" fmla="*/ 1211580 w 1805940"/>
              <a:gd name="csY54" fmla="*/ 1016033 h 2044733"/>
              <a:gd name="csX55" fmla="*/ 1226820 w 1805940"/>
              <a:gd name="csY55" fmla="*/ 1061753 h 2044733"/>
              <a:gd name="csX56" fmla="*/ 1234440 w 1805940"/>
              <a:gd name="csY56" fmla="*/ 1084613 h 2044733"/>
              <a:gd name="csX57" fmla="*/ 1264920 w 1805940"/>
              <a:gd name="csY57" fmla="*/ 1137953 h 2044733"/>
              <a:gd name="csX58" fmla="*/ 1280160 w 1805940"/>
              <a:gd name="csY58" fmla="*/ 1115093 h 2044733"/>
              <a:gd name="csX59" fmla="*/ 1287780 w 1805940"/>
              <a:gd name="csY59" fmla="*/ 1092233 h 2044733"/>
              <a:gd name="csX60" fmla="*/ 1310640 w 1805940"/>
              <a:gd name="csY60" fmla="*/ 1115093 h 2044733"/>
              <a:gd name="csX61" fmla="*/ 1325880 w 1805940"/>
              <a:gd name="csY61" fmla="*/ 1168433 h 2044733"/>
              <a:gd name="csX62" fmla="*/ 1310640 w 1805940"/>
              <a:gd name="csY62" fmla="*/ 1221773 h 2044733"/>
              <a:gd name="csX63" fmla="*/ 1325880 w 1805940"/>
              <a:gd name="csY63" fmla="*/ 1252253 h 2044733"/>
              <a:gd name="csX64" fmla="*/ 1356360 w 1805940"/>
              <a:gd name="csY64" fmla="*/ 1351313 h 2044733"/>
              <a:gd name="csX65" fmla="*/ 1371600 w 1805940"/>
              <a:gd name="csY65" fmla="*/ 1320833 h 2044733"/>
              <a:gd name="csX66" fmla="*/ 1356360 w 1805940"/>
              <a:gd name="csY66" fmla="*/ 1198913 h 2044733"/>
              <a:gd name="csX67" fmla="*/ 1363980 w 1805940"/>
              <a:gd name="csY67" fmla="*/ 1160813 h 2044733"/>
              <a:gd name="csX68" fmla="*/ 1394460 w 1805940"/>
              <a:gd name="csY68" fmla="*/ 1153193 h 2044733"/>
              <a:gd name="csX69" fmla="*/ 1417320 w 1805940"/>
              <a:gd name="csY69" fmla="*/ 1137953 h 2044733"/>
              <a:gd name="csX70" fmla="*/ 1386840 w 1805940"/>
              <a:gd name="csY70" fmla="*/ 1107473 h 2044733"/>
              <a:gd name="csX71" fmla="*/ 1371600 w 1805940"/>
              <a:gd name="csY71" fmla="*/ 1076993 h 2044733"/>
              <a:gd name="csX72" fmla="*/ 1394460 w 1805940"/>
              <a:gd name="csY72" fmla="*/ 1061753 h 2044733"/>
              <a:gd name="csX73" fmla="*/ 1447800 w 1805940"/>
              <a:gd name="csY73" fmla="*/ 1076993 h 2044733"/>
              <a:gd name="csX74" fmla="*/ 1463040 w 1805940"/>
              <a:gd name="csY74" fmla="*/ 1046513 h 2044733"/>
              <a:gd name="csX75" fmla="*/ 1455420 w 1805940"/>
              <a:gd name="csY75" fmla="*/ 1000793 h 2044733"/>
              <a:gd name="csX76" fmla="*/ 1432560 w 1805940"/>
              <a:gd name="csY76" fmla="*/ 993173 h 2044733"/>
              <a:gd name="csX77" fmla="*/ 1402080 w 1805940"/>
              <a:gd name="csY77" fmla="*/ 985553 h 2044733"/>
              <a:gd name="csX78" fmla="*/ 1394460 w 1805940"/>
              <a:gd name="csY78" fmla="*/ 955073 h 2044733"/>
              <a:gd name="csX79" fmla="*/ 1386840 w 1805940"/>
              <a:gd name="csY79" fmla="*/ 894113 h 2044733"/>
              <a:gd name="csX80" fmla="*/ 1371600 w 1805940"/>
              <a:gd name="csY80" fmla="*/ 863633 h 2044733"/>
              <a:gd name="csX81" fmla="*/ 1363980 w 1805940"/>
              <a:gd name="csY81" fmla="*/ 833153 h 2044733"/>
              <a:gd name="csX82" fmla="*/ 1501140 w 1805940"/>
              <a:gd name="csY82" fmla="*/ 810293 h 2044733"/>
              <a:gd name="csX83" fmla="*/ 1546860 w 1805940"/>
              <a:gd name="csY83" fmla="*/ 795053 h 2044733"/>
              <a:gd name="csX84" fmla="*/ 1638300 w 1805940"/>
              <a:gd name="csY84" fmla="*/ 787433 h 2044733"/>
              <a:gd name="csX85" fmla="*/ 1668780 w 1805940"/>
              <a:gd name="csY85" fmla="*/ 764573 h 2044733"/>
              <a:gd name="csX86" fmla="*/ 1691640 w 1805940"/>
              <a:gd name="csY86" fmla="*/ 756953 h 2044733"/>
              <a:gd name="csX87" fmla="*/ 1805940 w 1805940"/>
              <a:gd name="csY87" fmla="*/ 741713 h 2044733"/>
              <a:gd name="csX88" fmla="*/ 1798320 w 1805940"/>
              <a:gd name="csY88" fmla="*/ 680753 h 2044733"/>
              <a:gd name="csX89" fmla="*/ 1790700 w 1805940"/>
              <a:gd name="csY89" fmla="*/ 657893 h 2044733"/>
              <a:gd name="csX90" fmla="*/ 1767840 w 1805940"/>
              <a:gd name="csY90" fmla="*/ 642653 h 2044733"/>
              <a:gd name="csX91" fmla="*/ 1398033 w 1805940"/>
              <a:gd name="csY91" fmla="*/ 604466 h 2044733"/>
              <a:gd name="csX92" fmla="*/ 1327393 w 1805940"/>
              <a:gd name="csY92" fmla="*/ 523829 h 2044733"/>
              <a:gd name="csX93" fmla="*/ 1152877 w 1805940"/>
              <a:gd name="csY93" fmla="*/ 471160 h 2044733"/>
              <a:gd name="csX94" fmla="*/ 1283062 w 1805940"/>
              <a:gd name="csY94" fmla="*/ 430548 h 2044733"/>
              <a:gd name="csX95" fmla="*/ 1440254 w 1805940"/>
              <a:gd name="csY95" fmla="*/ 387426 h 2044733"/>
              <a:gd name="csX96" fmla="*/ 1438169 w 1805940"/>
              <a:gd name="csY96" fmla="*/ 240309 h 2044733"/>
              <a:gd name="csX97" fmla="*/ 1411323 w 1805940"/>
              <a:gd name="csY97" fmla="*/ 73017 h 2044733"/>
              <a:gd name="csX98" fmla="*/ 1538571 w 1805940"/>
              <a:gd name="csY98" fmla="*/ 0 h 2044733"/>
              <a:gd name="csX0" fmla="*/ 0 w 1817817"/>
              <a:gd name="csY0" fmla="*/ 2044733 h 2044733"/>
              <a:gd name="csX1" fmla="*/ 60960 w 1817817"/>
              <a:gd name="csY1" fmla="*/ 2037113 h 2044733"/>
              <a:gd name="csX2" fmla="*/ 121920 w 1817817"/>
              <a:gd name="csY2" fmla="*/ 1991393 h 2044733"/>
              <a:gd name="csX3" fmla="*/ 175260 w 1817817"/>
              <a:gd name="csY3" fmla="*/ 1968533 h 2044733"/>
              <a:gd name="csX4" fmla="*/ 198120 w 1817817"/>
              <a:gd name="csY4" fmla="*/ 1953293 h 2044733"/>
              <a:gd name="csX5" fmla="*/ 304800 w 1817817"/>
              <a:gd name="csY5" fmla="*/ 1938053 h 2044733"/>
              <a:gd name="csX6" fmla="*/ 304800 w 1817817"/>
              <a:gd name="csY6" fmla="*/ 1861853 h 2044733"/>
              <a:gd name="csX7" fmla="*/ 281940 w 1817817"/>
              <a:gd name="csY7" fmla="*/ 1846613 h 2044733"/>
              <a:gd name="csX8" fmla="*/ 266700 w 1817817"/>
              <a:gd name="csY8" fmla="*/ 1823753 h 2044733"/>
              <a:gd name="csX9" fmla="*/ 289560 w 1817817"/>
              <a:gd name="csY9" fmla="*/ 1808513 h 2044733"/>
              <a:gd name="csX10" fmla="*/ 342900 w 1817817"/>
              <a:gd name="csY10" fmla="*/ 1816133 h 2044733"/>
              <a:gd name="csX11" fmla="*/ 350520 w 1817817"/>
              <a:gd name="csY11" fmla="*/ 1838993 h 2044733"/>
              <a:gd name="csX12" fmla="*/ 381000 w 1817817"/>
              <a:gd name="csY12" fmla="*/ 1892333 h 2044733"/>
              <a:gd name="csX13" fmla="*/ 396240 w 1817817"/>
              <a:gd name="csY13" fmla="*/ 1922813 h 2044733"/>
              <a:gd name="csX14" fmla="*/ 411480 w 1817817"/>
              <a:gd name="csY14" fmla="*/ 1899953 h 2044733"/>
              <a:gd name="csX15" fmla="*/ 426720 w 1817817"/>
              <a:gd name="csY15" fmla="*/ 1861853 h 2044733"/>
              <a:gd name="csX16" fmla="*/ 449580 w 1817817"/>
              <a:gd name="csY16" fmla="*/ 1877093 h 2044733"/>
              <a:gd name="csX17" fmla="*/ 487680 w 1817817"/>
              <a:gd name="csY17" fmla="*/ 1854233 h 2044733"/>
              <a:gd name="csX18" fmla="*/ 548640 w 1817817"/>
              <a:gd name="csY18" fmla="*/ 1861853 h 2044733"/>
              <a:gd name="csX19" fmla="*/ 563880 w 1817817"/>
              <a:gd name="csY19" fmla="*/ 1838993 h 2044733"/>
              <a:gd name="csX20" fmla="*/ 548640 w 1817817"/>
              <a:gd name="csY20" fmla="*/ 1816133 h 2044733"/>
              <a:gd name="csX21" fmla="*/ 495300 w 1817817"/>
              <a:gd name="csY21" fmla="*/ 1785653 h 2044733"/>
              <a:gd name="csX22" fmla="*/ 518160 w 1817817"/>
              <a:gd name="csY22" fmla="*/ 1770413 h 2044733"/>
              <a:gd name="csX23" fmla="*/ 632460 w 1817817"/>
              <a:gd name="csY23" fmla="*/ 1793273 h 2044733"/>
              <a:gd name="csX24" fmla="*/ 754380 w 1817817"/>
              <a:gd name="csY24" fmla="*/ 1785653 h 2044733"/>
              <a:gd name="csX25" fmla="*/ 784860 w 1817817"/>
              <a:gd name="csY25" fmla="*/ 1793273 h 2044733"/>
              <a:gd name="csX26" fmla="*/ 876300 w 1817817"/>
              <a:gd name="csY26" fmla="*/ 1778033 h 2044733"/>
              <a:gd name="csX27" fmla="*/ 899160 w 1817817"/>
              <a:gd name="csY27" fmla="*/ 1762793 h 2044733"/>
              <a:gd name="csX28" fmla="*/ 891540 w 1817817"/>
              <a:gd name="csY28" fmla="*/ 1701833 h 2044733"/>
              <a:gd name="csX29" fmla="*/ 868680 w 1817817"/>
              <a:gd name="csY29" fmla="*/ 1686593 h 2044733"/>
              <a:gd name="csX30" fmla="*/ 853440 w 1817817"/>
              <a:gd name="csY30" fmla="*/ 1663733 h 2044733"/>
              <a:gd name="csX31" fmla="*/ 883920 w 1817817"/>
              <a:gd name="csY31" fmla="*/ 1640873 h 2044733"/>
              <a:gd name="csX32" fmla="*/ 944880 w 1817817"/>
              <a:gd name="csY32" fmla="*/ 1633253 h 2044733"/>
              <a:gd name="csX33" fmla="*/ 914400 w 1817817"/>
              <a:gd name="csY33" fmla="*/ 1557053 h 2044733"/>
              <a:gd name="csX34" fmla="*/ 891540 w 1817817"/>
              <a:gd name="csY34" fmla="*/ 1534193 h 2044733"/>
              <a:gd name="csX35" fmla="*/ 891540 w 1817817"/>
              <a:gd name="csY35" fmla="*/ 1457993 h 2044733"/>
              <a:gd name="csX36" fmla="*/ 914400 w 1817817"/>
              <a:gd name="csY36" fmla="*/ 1435133 h 2044733"/>
              <a:gd name="csX37" fmla="*/ 929640 w 1817817"/>
              <a:gd name="csY37" fmla="*/ 1397033 h 2044733"/>
              <a:gd name="csX38" fmla="*/ 914400 w 1817817"/>
              <a:gd name="csY38" fmla="*/ 1374173 h 2044733"/>
              <a:gd name="csX39" fmla="*/ 800100 w 1817817"/>
              <a:gd name="csY39" fmla="*/ 1366553 h 2044733"/>
              <a:gd name="csX40" fmla="*/ 777240 w 1817817"/>
              <a:gd name="csY40" fmla="*/ 1336073 h 2044733"/>
              <a:gd name="csX41" fmla="*/ 746760 w 1817817"/>
              <a:gd name="csY41" fmla="*/ 1313213 h 2044733"/>
              <a:gd name="csX42" fmla="*/ 739140 w 1817817"/>
              <a:gd name="csY42" fmla="*/ 1282733 h 2044733"/>
              <a:gd name="csX43" fmla="*/ 754380 w 1817817"/>
              <a:gd name="csY43" fmla="*/ 1259873 h 2044733"/>
              <a:gd name="csX44" fmla="*/ 777240 w 1817817"/>
              <a:gd name="csY44" fmla="*/ 1252253 h 2044733"/>
              <a:gd name="csX45" fmla="*/ 868680 w 1817817"/>
              <a:gd name="csY45" fmla="*/ 1244633 h 2044733"/>
              <a:gd name="csX46" fmla="*/ 891540 w 1817817"/>
              <a:gd name="csY46" fmla="*/ 1237013 h 2044733"/>
              <a:gd name="csX47" fmla="*/ 922020 w 1817817"/>
              <a:gd name="csY47" fmla="*/ 1229393 h 2044733"/>
              <a:gd name="csX48" fmla="*/ 944880 w 1817817"/>
              <a:gd name="csY48" fmla="*/ 1198913 h 2044733"/>
              <a:gd name="csX49" fmla="*/ 982980 w 1817817"/>
              <a:gd name="csY49" fmla="*/ 1061753 h 2044733"/>
              <a:gd name="csX50" fmla="*/ 1036320 w 1817817"/>
              <a:gd name="csY50" fmla="*/ 1069373 h 2044733"/>
              <a:gd name="csX51" fmla="*/ 1143000 w 1817817"/>
              <a:gd name="csY51" fmla="*/ 1069373 h 2044733"/>
              <a:gd name="csX52" fmla="*/ 1165860 w 1817817"/>
              <a:gd name="csY52" fmla="*/ 1038893 h 2044733"/>
              <a:gd name="csX53" fmla="*/ 1188720 w 1817817"/>
              <a:gd name="csY53" fmla="*/ 993173 h 2044733"/>
              <a:gd name="csX54" fmla="*/ 1211580 w 1817817"/>
              <a:gd name="csY54" fmla="*/ 1016033 h 2044733"/>
              <a:gd name="csX55" fmla="*/ 1226820 w 1817817"/>
              <a:gd name="csY55" fmla="*/ 1061753 h 2044733"/>
              <a:gd name="csX56" fmla="*/ 1234440 w 1817817"/>
              <a:gd name="csY56" fmla="*/ 1084613 h 2044733"/>
              <a:gd name="csX57" fmla="*/ 1264920 w 1817817"/>
              <a:gd name="csY57" fmla="*/ 1137953 h 2044733"/>
              <a:gd name="csX58" fmla="*/ 1280160 w 1817817"/>
              <a:gd name="csY58" fmla="*/ 1115093 h 2044733"/>
              <a:gd name="csX59" fmla="*/ 1287780 w 1817817"/>
              <a:gd name="csY59" fmla="*/ 1092233 h 2044733"/>
              <a:gd name="csX60" fmla="*/ 1310640 w 1817817"/>
              <a:gd name="csY60" fmla="*/ 1115093 h 2044733"/>
              <a:gd name="csX61" fmla="*/ 1325880 w 1817817"/>
              <a:gd name="csY61" fmla="*/ 1168433 h 2044733"/>
              <a:gd name="csX62" fmla="*/ 1310640 w 1817817"/>
              <a:gd name="csY62" fmla="*/ 1221773 h 2044733"/>
              <a:gd name="csX63" fmla="*/ 1325880 w 1817817"/>
              <a:gd name="csY63" fmla="*/ 1252253 h 2044733"/>
              <a:gd name="csX64" fmla="*/ 1356360 w 1817817"/>
              <a:gd name="csY64" fmla="*/ 1351313 h 2044733"/>
              <a:gd name="csX65" fmla="*/ 1371600 w 1817817"/>
              <a:gd name="csY65" fmla="*/ 1320833 h 2044733"/>
              <a:gd name="csX66" fmla="*/ 1356360 w 1817817"/>
              <a:gd name="csY66" fmla="*/ 1198913 h 2044733"/>
              <a:gd name="csX67" fmla="*/ 1363980 w 1817817"/>
              <a:gd name="csY67" fmla="*/ 1160813 h 2044733"/>
              <a:gd name="csX68" fmla="*/ 1394460 w 1817817"/>
              <a:gd name="csY68" fmla="*/ 1153193 h 2044733"/>
              <a:gd name="csX69" fmla="*/ 1417320 w 1817817"/>
              <a:gd name="csY69" fmla="*/ 1137953 h 2044733"/>
              <a:gd name="csX70" fmla="*/ 1386840 w 1817817"/>
              <a:gd name="csY70" fmla="*/ 1107473 h 2044733"/>
              <a:gd name="csX71" fmla="*/ 1371600 w 1817817"/>
              <a:gd name="csY71" fmla="*/ 1076993 h 2044733"/>
              <a:gd name="csX72" fmla="*/ 1394460 w 1817817"/>
              <a:gd name="csY72" fmla="*/ 1061753 h 2044733"/>
              <a:gd name="csX73" fmla="*/ 1447800 w 1817817"/>
              <a:gd name="csY73" fmla="*/ 1076993 h 2044733"/>
              <a:gd name="csX74" fmla="*/ 1463040 w 1817817"/>
              <a:gd name="csY74" fmla="*/ 1046513 h 2044733"/>
              <a:gd name="csX75" fmla="*/ 1455420 w 1817817"/>
              <a:gd name="csY75" fmla="*/ 1000793 h 2044733"/>
              <a:gd name="csX76" fmla="*/ 1432560 w 1817817"/>
              <a:gd name="csY76" fmla="*/ 993173 h 2044733"/>
              <a:gd name="csX77" fmla="*/ 1402080 w 1817817"/>
              <a:gd name="csY77" fmla="*/ 985553 h 2044733"/>
              <a:gd name="csX78" fmla="*/ 1394460 w 1817817"/>
              <a:gd name="csY78" fmla="*/ 955073 h 2044733"/>
              <a:gd name="csX79" fmla="*/ 1386840 w 1817817"/>
              <a:gd name="csY79" fmla="*/ 894113 h 2044733"/>
              <a:gd name="csX80" fmla="*/ 1371600 w 1817817"/>
              <a:gd name="csY80" fmla="*/ 863633 h 2044733"/>
              <a:gd name="csX81" fmla="*/ 1363980 w 1817817"/>
              <a:gd name="csY81" fmla="*/ 833153 h 2044733"/>
              <a:gd name="csX82" fmla="*/ 1501140 w 1817817"/>
              <a:gd name="csY82" fmla="*/ 810293 h 2044733"/>
              <a:gd name="csX83" fmla="*/ 1546860 w 1817817"/>
              <a:gd name="csY83" fmla="*/ 795053 h 2044733"/>
              <a:gd name="csX84" fmla="*/ 1638300 w 1817817"/>
              <a:gd name="csY84" fmla="*/ 787433 h 2044733"/>
              <a:gd name="csX85" fmla="*/ 1668780 w 1817817"/>
              <a:gd name="csY85" fmla="*/ 764573 h 2044733"/>
              <a:gd name="csX86" fmla="*/ 1691640 w 1817817"/>
              <a:gd name="csY86" fmla="*/ 756953 h 2044733"/>
              <a:gd name="csX87" fmla="*/ 1805940 w 1817817"/>
              <a:gd name="csY87" fmla="*/ 741713 h 2044733"/>
              <a:gd name="csX88" fmla="*/ 1798320 w 1817817"/>
              <a:gd name="csY88" fmla="*/ 680753 h 2044733"/>
              <a:gd name="csX89" fmla="*/ 1790700 w 1817817"/>
              <a:gd name="csY89" fmla="*/ 657893 h 2044733"/>
              <a:gd name="csX90" fmla="*/ 1456213 w 1817817"/>
              <a:gd name="csY90" fmla="*/ 664841 h 2044733"/>
              <a:gd name="csX91" fmla="*/ 1398033 w 1817817"/>
              <a:gd name="csY91" fmla="*/ 604466 h 2044733"/>
              <a:gd name="csX92" fmla="*/ 1327393 w 1817817"/>
              <a:gd name="csY92" fmla="*/ 523829 h 2044733"/>
              <a:gd name="csX93" fmla="*/ 1152877 w 1817817"/>
              <a:gd name="csY93" fmla="*/ 471160 h 2044733"/>
              <a:gd name="csX94" fmla="*/ 1283062 w 1817817"/>
              <a:gd name="csY94" fmla="*/ 430548 h 2044733"/>
              <a:gd name="csX95" fmla="*/ 1440254 w 1817817"/>
              <a:gd name="csY95" fmla="*/ 387426 h 2044733"/>
              <a:gd name="csX96" fmla="*/ 1438169 w 1817817"/>
              <a:gd name="csY96" fmla="*/ 240309 h 2044733"/>
              <a:gd name="csX97" fmla="*/ 1411323 w 1817817"/>
              <a:gd name="csY97" fmla="*/ 73017 h 2044733"/>
              <a:gd name="csX98" fmla="*/ 1538571 w 1817817"/>
              <a:gd name="csY98" fmla="*/ 0 h 2044733"/>
              <a:gd name="csX0" fmla="*/ 0 w 1826524"/>
              <a:gd name="csY0" fmla="*/ 2044733 h 2044733"/>
              <a:gd name="csX1" fmla="*/ 60960 w 1826524"/>
              <a:gd name="csY1" fmla="*/ 2037113 h 2044733"/>
              <a:gd name="csX2" fmla="*/ 121920 w 1826524"/>
              <a:gd name="csY2" fmla="*/ 1991393 h 2044733"/>
              <a:gd name="csX3" fmla="*/ 175260 w 1826524"/>
              <a:gd name="csY3" fmla="*/ 1968533 h 2044733"/>
              <a:gd name="csX4" fmla="*/ 198120 w 1826524"/>
              <a:gd name="csY4" fmla="*/ 1953293 h 2044733"/>
              <a:gd name="csX5" fmla="*/ 304800 w 1826524"/>
              <a:gd name="csY5" fmla="*/ 1938053 h 2044733"/>
              <a:gd name="csX6" fmla="*/ 304800 w 1826524"/>
              <a:gd name="csY6" fmla="*/ 1861853 h 2044733"/>
              <a:gd name="csX7" fmla="*/ 281940 w 1826524"/>
              <a:gd name="csY7" fmla="*/ 1846613 h 2044733"/>
              <a:gd name="csX8" fmla="*/ 266700 w 1826524"/>
              <a:gd name="csY8" fmla="*/ 1823753 h 2044733"/>
              <a:gd name="csX9" fmla="*/ 289560 w 1826524"/>
              <a:gd name="csY9" fmla="*/ 1808513 h 2044733"/>
              <a:gd name="csX10" fmla="*/ 342900 w 1826524"/>
              <a:gd name="csY10" fmla="*/ 1816133 h 2044733"/>
              <a:gd name="csX11" fmla="*/ 350520 w 1826524"/>
              <a:gd name="csY11" fmla="*/ 1838993 h 2044733"/>
              <a:gd name="csX12" fmla="*/ 381000 w 1826524"/>
              <a:gd name="csY12" fmla="*/ 1892333 h 2044733"/>
              <a:gd name="csX13" fmla="*/ 396240 w 1826524"/>
              <a:gd name="csY13" fmla="*/ 1922813 h 2044733"/>
              <a:gd name="csX14" fmla="*/ 411480 w 1826524"/>
              <a:gd name="csY14" fmla="*/ 1899953 h 2044733"/>
              <a:gd name="csX15" fmla="*/ 426720 w 1826524"/>
              <a:gd name="csY15" fmla="*/ 1861853 h 2044733"/>
              <a:gd name="csX16" fmla="*/ 449580 w 1826524"/>
              <a:gd name="csY16" fmla="*/ 1877093 h 2044733"/>
              <a:gd name="csX17" fmla="*/ 487680 w 1826524"/>
              <a:gd name="csY17" fmla="*/ 1854233 h 2044733"/>
              <a:gd name="csX18" fmla="*/ 548640 w 1826524"/>
              <a:gd name="csY18" fmla="*/ 1861853 h 2044733"/>
              <a:gd name="csX19" fmla="*/ 563880 w 1826524"/>
              <a:gd name="csY19" fmla="*/ 1838993 h 2044733"/>
              <a:gd name="csX20" fmla="*/ 548640 w 1826524"/>
              <a:gd name="csY20" fmla="*/ 1816133 h 2044733"/>
              <a:gd name="csX21" fmla="*/ 495300 w 1826524"/>
              <a:gd name="csY21" fmla="*/ 1785653 h 2044733"/>
              <a:gd name="csX22" fmla="*/ 518160 w 1826524"/>
              <a:gd name="csY22" fmla="*/ 1770413 h 2044733"/>
              <a:gd name="csX23" fmla="*/ 632460 w 1826524"/>
              <a:gd name="csY23" fmla="*/ 1793273 h 2044733"/>
              <a:gd name="csX24" fmla="*/ 754380 w 1826524"/>
              <a:gd name="csY24" fmla="*/ 1785653 h 2044733"/>
              <a:gd name="csX25" fmla="*/ 784860 w 1826524"/>
              <a:gd name="csY25" fmla="*/ 1793273 h 2044733"/>
              <a:gd name="csX26" fmla="*/ 876300 w 1826524"/>
              <a:gd name="csY26" fmla="*/ 1778033 h 2044733"/>
              <a:gd name="csX27" fmla="*/ 899160 w 1826524"/>
              <a:gd name="csY27" fmla="*/ 1762793 h 2044733"/>
              <a:gd name="csX28" fmla="*/ 891540 w 1826524"/>
              <a:gd name="csY28" fmla="*/ 1701833 h 2044733"/>
              <a:gd name="csX29" fmla="*/ 868680 w 1826524"/>
              <a:gd name="csY29" fmla="*/ 1686593 h 2044733"/>
              <a:gd name="csX30" fmla="*/ 853440 w 1826524"/>
              <a:gd name="csY30" fmla="*/ 1663733 h 2044733"/>
              <a:gd name="csX31" fmla="*/ 883920 w 1826524"/>
              <a:gd name="csY31" fmla="*/ 1640873 h 2044733"/>
              <a:gd name="csX32" fmla="*/ 944880 w 1826524"/>
              <a:gd name="csY32" fmla="*/ 1633253 h 2044733"/>
              <a:gd name="csX33" fmla="*/ 914400 w 1826524"/>
              <a:gd name="csY33" fmla="*/ 1557053 h 2044733"/>
              <a:gd name="csX34" fmla="*/ 891540 w 1826524"/>
              <a:gd name="csY34" fmla="*/ 1534193 h 2044733"/>
              <a:gd name="csX35" fmla="*/ 891540 w 1826524"/>
              <a:gd name="csY35" fmla="*/ 1457993 h 2044733"/>
              <a:gd name="csX36" fmla="*/ 914400 w 1826524"/>
              <a:gd name="csY36" fmla="*/ 1435133 h 2044733"/>
              <a:gd name="csX37" fmla="*/ 929640 w 1826524"/>
              <a:gd name="csY37" fmla="*/ 1397033 h 2044733"/>
              <a:gd name="csX38" fmla="*/ 914400 w 1826524"/>
              <a:gd name="csY38" fmla="*/ 1374173 h 2044733"/>
              <a:gd name="csX39" fmla="*/ 800100 w 1826524"/>
              <a:gd name="csY39" fmla="*/ 1366553 h 2044733"/>
              <a:gd name="csX40" fmla="*/ 777240 w 1826524"/>
              <a:gd name="csY40" fmla="*/ 1336073 h 2044733"/>
              <a:gd name="csX41" fmla="*/ 746760 w 1826524"/>
              <a:gd name="csY41" fmla="*/ 1313213 h 2044733"/>
              <a:gd name="csX42" fmla="*/ 739140 w 1826524"/>
              <a:gd name="csY42" fmla="*/ 1282733 h 2044733"/>
              <a:gd name="csX43" fmla="*/ 754380 w 1826524"/>
              <a:gd name="csY43" fmla="*/ 1259873 h 2044733"/>
              <a:gd name="csX44" fmla="*/ 777240 w 1826524"/>
              <a:gd name="csY44" fmla="*/ 1252253 h 2044733"/>
              <a:gd name="csX45" fmla="*/ 868680 w 1826524"/>
              <a:gd name="csY45" fmla="*/ 1244633 h 2044733"/>
              <a:gd name="csX46" fmla="*/ 891540 w 1826524"/>
              <a:gd name="csY46" fmla="*/ 1237013 h 2044733"/>
              <a:gd name="csX47" fmla="*/ 922020 w 1826524"/>
              <a:gd name="csY47" fmla="*/ 1229393 h 2044733"/>
              <a:gd name="csX48" fmla="*/ 944880 w 1826524"/>
              <a:gd name="csY48" fmla="*/ 1198913 h 2044733"/>
              <a:gd name="csX49" fmla="*/ 982980 w 1826524"/>
              <a:gd name="csY49" fmla="*/ 1061753 h 2044733"/>
              <a:gd name="csX50" fmla="*/ 1036320 w 1826524"/>
              <a:gd name="csY50" fmla="*/ 1069373 h 2044733"/>
              <a:gd name="csX51" fmla="*/ 1143000 w 1826524"/>
              <a:gd name="csY51" fmla="*/ 1069373 h 2044733"/>
              <a:gd name="csX52" fmla="*/ 1165860 w 1826524"/>
              <a:gd name="csY52" fmla="*/ 1038893 h 2044733"/>
              <a:gd name="csX53" fmla="*/ 1188720 w 1826524"/>
              <a:gd name="csY53" fmla="*/ 993173 h 2044733"/>
              <a:gd name="csX54" fmla="*/ 1211580 w 1826524"/>
              <a:gd name="csY54" fmla="*/ 1016033 h 2044733"/>
              <a:gd name="csX55" fmla="*/ 1226820 w 1826524"/>
              <a:gd name="csY55" fmla="*/ 1061753 h 2044733"/>
              <a:gd name="csX56" fmla="*/ 1234440 w 1826524"/>
              <a:gd name="csY56" fmla="*/ 1084613 h 2044733"/>
              <a:gd name="csX57" fmla="*/ 1264920 w 1826524"/>
              <a:gd name="csY57" fmla="*/ 1137953 h 2044733"/>
              <a:gd name="csX58" fmla="*/ 1280160 w 1826524"/>
              <a:gd name="csY58" fmla="*/ 1115093 h 2044733"/>
              <a:gd name="csX59" fmla="*/ 1287780 w 1826524"/>
              <a:gd name="csY59" fmla="*/ 1092233 h 2044733"/>
              <a:gd name="csX60" fmla="*/ 1310640 w 1826524"/>
              <a:gd name="csY60" fmla="*/ 1115093 h 2044733"/>
              <a:gd name="csX61" fmla="*/ 1325880 w 1826524"/>
              <a:gd name="csY61" fmla="*/ 1168433 h 2044733"/>
              <a:gd name="csX62" fmla="*/ 1310640 w 1826524"/>
              <a:gd name="csY62" fmla="*/ 1221773 h 2044733"/>
              <a:gd name="csX63" fmla="*/ 1325880 w 1826524"/>
              <a:gd name="csY63" fmla="*/ 1252253 h 2044733"/>
              <a:gd name="csX64" fmla="*/ 1356360 w 1826524"/>
              <a:gd name="csY64" fmla="*/ 1351313 h 2044733"/>
              <a:gd name="csX65" fmla="*/ 1371600 w 1826524"/>
              <a:gd name="csY65" fmla="*/ 1320833 h 2044733"/>
              <a:gd name="csX66" fmla="*/ 1356360 w 1826524"/>
              <a:gd name="csY66" fmla="*/ 1198913 h 2044733"/>
              <a:gd name="csX67" fmla="*/ 1363980 w 1826524"/>
              <a:gd name="csY67" fmla="*/ 1160813 h 2044733"/>
              <a:gd name="csX68" fmla="*/ 1394460 w 1826524"/>
              <a:gd name="csY68" fmla="*/ 1153193 h 2044733"/>
              <a:gd name="csX69" fmla="*/ 1417320 w 1826524"/>
              <a:gd name="csY69" fmla="*/ 1137953 h 2044733"/>
              <a:gd name="csX70" fmla="*/ 1386840 w 1826524"/>
              <a:gd name="csY70" fmla="*/ 1107473 h 2044733"/>
              <a:gd name="csX71" fmla="*/ 1371600 w 1826524"/>
              <a:gd name="csY71" fmla="*/ 1076993 h 2044733"/>
              <a:gd name="csX72" fmla="*/ 1394460 w 1826524"/>
              <a:gd name="csY72" fmla="*/ 1061753 h 2044733"/>
              <a:gd name="csX73" fmla="*/ 1447800 w 1826524"/>
              <a:gd name="csY73" fmla="*/ 1076993 h 2044733"/>
              <a:gd name="csX74" fmla="*/ 1463040 w 1826524"/>
              <a:gd name="csY74" fmla="*/ 1046513 h 2044733"/>
              <a:gd name="csX75" fmla="*/ 1455420 w 1826524"/>
              <a:gd name="csY75" fmla="*/ 1000793 h 2044733"/>
              <a:gd name="csX76" fmla="*/ 1432560 w 1826524"/>
              <a:gd name="csY76" fmla="*/ 993173 h 2044733"/>
              <a:gd name="csX77" fmla="*/ 1402080 w 1826524"/>
              <a:gd name="csY77" fmla="*/ 985553 h 2044733"/>
              <a:gd name="csX78" fmla="*/ 1394460 w 1826524"/>
              <a:gd name="csY78" fmla="*/ 955073 h 2044733"/>
              <a:gd name="csX79" fmla="*/ 1386840 w 1826524"/>
              <a:gd name="csY79" fmla="*/ 894113 h 2044733"/>
              <a:gd name="csX80" fmla="*/ 1371600 w 1826524"/>
              <a:gd name="csY80" fmla="*/ 863633 h 2044733"/>
              <a:gd name="csX81" fmla="*/ 1363980 w 1826524"/>
              <a:gd name="csY81" fmla="*/ 833153 h 2044733"/>
              <a:gd name="csX82" fmla="*/ 1501140 w 1826524"/>
              <a:gd name="csY82" fmla="*/ 810293 h 2044733"/>
              <a:gd name="csX83" fmla="*/ 1546860 w 1826524"/>
              <a:gd name="csY83" fmla="*/ 795053 h 2044733"/>
              <a:gd name="csX84" fmla="*/ 1638300 w 1826524"/>
              <a:gd name="csY84" fmla="*/ 787433 h 2044733"/>
              <a:gd name="csX85" fmla="*/ 1668780 w 1826524"/>
              <a:gd name="csY85" fmla="*/ 764573 h 2044733"/>
              <a:gd name="csX86" fmla="*/ 1691640 w 1826524"/>
              <a:gd name="csY86" fmla="*/ 756953 h 2044733"/>
              <a:gd name="csX87" fmla="*/ 1805940 w 1826524"/>
              <a:gd name="csY87" fmla="*/ 741713 h 2044733"/>
              <a:gd name="csX88" fmla="*/ 1790700 w 1826524"/>
              <a:gd name="csY88" fmla="*/ 657893 h 2044733"/>
              <a:gd name="csX89" fmla="*/ 1456213 w 1826524"/>
              <a:gd name="csY89" fmla="*/ 664841 h 2044733"/>
              <a:gd name="csX90" fmla="*/ 1398033 w 1826524"/>
              <a:gd name="csY90" fmla="*/ 604466 h 2044733"/>
              <a:gd name="csX91" fmla="*/ 1327393 w 1826524"/>
              <a:gd name="csY91" fmla="*/ 523829 h 2044733"/>
              <a:gd name="csX92" fmla="*/ 1152877 w 1826524"/>
              <a:gd name="csY92" fmla="*/ 471160 h 2044733"/>
              <a:gd name="csX93" fmla="*/ 1283062 w 1826524"/>
              <a:gd name="csY93" fmla="*/ 430548 h 2044733"/>
              <a:gd name="csX94" fmla="*/ 1440254 w 1826524"/>
              <a:gd name="csY94" fmla="*/ 387426 h 2044733"/>
              <a:gd name="csX95" fmla="*/ 1438169 w 1826524"/>
              <a:gd name="csY95" fmla="*/ 240309 h 2044733"/>
              <a:gd name="csX96" fmla="*/ 1411323 w 1826524"/>
              <a:gd name="csY96" fmla="*/ 73017 h 2044733"/>
              <a:gd name="csX97" fmla="*/ 1538571 w 1826524"/>
              <a:gd name="csY97" fmla="*/ 0 h 2044733"/>
              <a:gd name="csX0" fmla="*/ 0 w 1805940"/>
              <a:gd name="csY0" fmla="*/ 2044733 h 2044733"/>
              <a:gd name="csX1" fmla="*/ 60960 w 1805940"/>
              <a:gd name="csY1" fmla="*/ 2037113 h 2044733"/>
              <a:gd name="csX2" fmla="*/ 121920 w 1805940"/>
              <a:gd name="csY2" fmla="*/ 1991393 h 2044733"/>
              <a:gd name="csX3" fmla="*/ 175260 w 1805940"/>
              <a:gd name="csY3" fmla="*/ 1968533 h 2044733"/>
              <a:gd name="csX4" fmla="*/ 198120 w 1805940"/>
              <a:gd name="csY4" fmla="*/ 1953293 h 2044733"/>
              <a:gd name="csX5" fmla="*/ 304800 w 1805940"/>
              <a:gd name="csY5" fmla="*/ 1938053 h 2044733"/>
              <a:gd name="csX6" fmla="*/ 304800 w 1805940"/>
              <a:gd name="csY6" fmla="*/ 1861853 h 2044733"/>
              <a:gd name="csX7" fmla="*/ 281940 w 1805940"/>
              <a:gd name="csY7" fmla="*/ 1846613 h 2044733"/>
              <a:gd name="csX8" fmla="*/ 266700 w 1805940"/>
              <a:gd name="csY8" fmla="*/ 1823753 h 2044733"/>
              <a:gd name="csX9" fmla="*/ 289560 w 1805940"/>
              <a:gd name="csY9" fmla="*/ 1808513 h 2044733"/>
              <a:gd name="csX10" fmla="*/ 342900 w 1805940"/>
              <a:gd name="csY10" fmla="*/ 1816133 h 2044733"/>
              <a:gd name="csX11" fmla="*/ 350520 w 1805940"/>
              <a:gd name="csY11" fmla="*/ 1838993 h 2044733"/>
              <a:gd name="csX12" fmla="*/ 381000 w 1805940"/>
              <a:gd name="csY12" fmla="*/ 1892333 h 2044733"/>
              <a:gd name="csX13" fmla="*/ 396240 w 1805940"/>
              <a:gd name="csY13" fmla="*/ 1922813 h 2044733"/>
              <a:gd name="csX14" fmla="*/ 411480 w 1805940"/>
              <a:gd name="csY14" fmla="*/ 1899953 h 2044733"/>
              <a:gd name="csX15" fmla="*/ 426720 w 1805940"/>
              <a:gd name="csY15" fmla="*/ 1861853 h 2044733"/>
              <a:gd name="csX16" fmla="*/ 449580 w 1805940"/>
              <a:gd name="csY16" fmla="*/ 1877093 h 2044733"/>
              <a:gd name="csX17" fmla="*/ 487680 w 1805940"/>
              <a:gd name="csY17" fmla="*/ 1854233 h 2044733"/>
              <a:gd name="csX18" fmla="*/ 548640 w 1805940"/>
              <a:gd name="csY18" fmla="*/ 1861853 h 2044733"/>
              <a:gd name="csX19" fmla="*/ 563880 w 1805940"/>
              <a:gd name="csY19" fmla="*/ 1838993 h 2044733"/>
              <a:gd name="csX20" fmla="*/ 548640 w 1805940"/>
              <a:gd name="csY20" fmla="*/ 1816133 h 2044733"/>
              <a:gd name="csX21" fmla="*/ 495300 w 1805940"/>
              <a:gd name="csY21" fmla="*/ 1785653 h 2044733"/>
              <a:gd name="csX22" fmla="*/ 518160 w 1805940"/>
              <a:gd name="csY22" fmla="*/ 1770413 h 2044733"/>
              <a:gd name="csX23" fmla="*/ 632460 w 1805940"/>
              <a:gd name="csY23" fmla="*/ 1793273 h 2044733"/>
              <a:gd name="csX24" fmla="*/ 754380 w 1805940"/>
              <a:gd name="csY24" fmla="*/ 1785653 h 2044733"/>
              <a:gd name="csX25" fmla="*/ 784860 w 1805940"/>
              <a:gd name="csY25" fmla="*/ 1793273 h 2044733"/>
              <a:gd name="csX26" fmla="*/ 876300 w 1805940"/>
              <a:gd name="csY26" fmla="*/ 1778033 h 2044733"/>
              <a:gd name="csX27" fmla="*/ 899160 w 1805940"/>
              <a:gd name="csY27" fmla="*/ 1762793 h 2044733"/>
              <a:gd name="csX28" fmla="*/ 891540 w 1805940"/>
              <a:gd name="csY28" fmla="*/ 1701833 h 2044733"/>
              <a:gd name="csX29" fmla="*/ 868680 w 1805940"/>
              <a:gd name="csY29" fmla="*/ 1686593 h 2044733"/>
              <a:gd name="csX30" fmla="*/ 853440 w 1805940"/>
              <a:gd name="csY30" fmla="*/ 1663733 h 2044733"/>
              <a:gd name="csX31" fmla="*/ 883920 w 1805940"/>
              <a:gd name="csY31" fmla="*/ 1640873 h 2044733"/>
              <a:gd name="csX32" fmla="*/ 944880 w 1805940"/>
              <a:gd name="csY32" fmla="*/ 1633253 h 2044733"/>
              <a:gd name="csX33" fmla="*/ 914400 w 1805940"/>
              <a:gd name="csY33" fmla="*/ 1557053 h 2044733"/>
              <a:gd name="csX34" fmla="*/ 891540 w 1805940"/>
              <a:gd name="csY34" fmla="*/ 1534193 h 2044733"/>
              <a:gd name="csX35" fmla="*/ 891540 w 1805940"/>
              <a:gd name="csY35" fmla="*/ 1457993 h 2044733"/>
              <a:gd name="csX36" fmla="*/ 914400 w 1805940"/>
              <a:gd name="csY36" fmla="*/ 1435133 h 2044733"/>
              <a:gd name="csX37" fmla="*/ 929640 w 1805940"/>
              <a:gd name="csY37" fmla="*/ 1397033 h 2044733"/>
              <a:gd name="csX38" fmla="*/ 914400 w 1805940"/>
              <a:gd name="csY38" fmla="*/ 1374173 h 2044733"/>
              <a:gd name="csX39" fmla="*/ 800100 w 1805940"/>
              <a:gd name="csY39" fmla="*/ 1366553 h 2044733"/>
              <a:gd name="csX40" fmla="*/ 777240 w 1805940"/>
              <a:gd name="csY40" fmla="*/ 1336073 h 2044733"/>
              <a:gd name="csX41" fmla="*/ 746760 w 1805940"/>
              <a:gd name="csY41" fmla="*/ 1313213 h 2044733"/>
              <a:gd name="csX42" fmla="*/ 739140 w 1805940"/>
              <a:gd name="csY42" fmla="*/ 1282733 h 2044733"/>
              <a:gd name="csX43" fmla="*/ 754380 w 1805940"/>
              <a:gd name="csY43" fmla="*/ 1259873 h 2044733"/>
              <a:gd name="csX44" fmla="*/ 777240 w 1805940"/>
              <a:gd name="csY44" fmla="*/ 1252253 h 2044733"/>
              <a:gd name="csX45" fmla="*/ 868680 w 1805940"/>
              <a:gd name="csY45" fmla="*/ 1244633 h 2044733"/>
              <a:gd name="csX46" fmla="*/ 891540 w 1805940"/>
              <a:gd name="csY46" fmla="*/ 1237013 h 2044733"/>
              <a:gd name="csX47" fmla="*/ 922020 w 1805940"/>
              <a:gd name="csY47" fmla="*/ 1229393 h 2044733"/>
              <a:gd name="csX48" fmla="*/ 944880 w 1805940"/>
              <a:gd name="csY48" fmla="*/ 1198913 h 2044733"/>
              <a:gd name="csX49" fmla="*/ 982980 w 1805940"/>
              <a:gd name="csY49" fmla="*/ 1061753 h 2044733"/>
              <a:gd name="csX50" fmla="*/ 1036320 w 1805940"/>
              <a:gd name="csY50" fmla="*/ 1069373 h 2044733"/>
              <a:gd name="csX51" fmla="*/ 1143000 w 1805940"/>
              <a:gd name="csY51" fmla="*/ 1069373 h 2044733"/>
              <a:gd name="csX52" fmla="*/ 1165860 w 1805940"/>
              <a:gd name="csY52" fmla="*/ 1038893 h 2044733"/>
              <a:gd name="csX53" fmla="*/ 1188720 w 1805940"/>
              <a:gd name="csY53" fmla="*/ 993173 h 2044733"/>
              <a:gd name="csX54" fmla="*/ 1211580 w 1805940"/>
              <a:gd name="csY54" fmla="*/ 1016033 h 2044733"/>
              <a:gd name="csX55" fmla="*/ 1226820 w 1805940"/>
              <a:gd name="csY55" fmla="*/ 1061753 h 2044733"/>
              <a:gd name="csX56" fmla="*/ 1234440 w 1805940"/>
              <a:gd name="csY56" fmla="*/ 1084613 h 2044733"/>
              <a:gd name="csX57" fmla="*/ 1264920 w 1805940"/>
              <a:gd name="csY57" fmla="*/ 1137953 h 2044733"/>
              <a:gd name="csX58" fmla="*/ 1280160 w 1805940"/>
              <a:gd name="csY58" fmla="*/ 1115093 h 2044733"/>
              <a:gd name="csX59" fmla="*/ 1287780 w 1805940"/>
              <a:gd name="csY59" fmla="*/ 1092233 h 2044733"/>
              <a:gd name="csX60" fmla="*/ 1310640 w 1805940"/>
              <a:gd name="csY60" fmla="*/ 1115093 h 2044733"/>
              <a:gd name="csX61" fmla="*/ 1325880 w 1805940"/>
              <a:gd name="csY61" fmla="*/ 1168433 h 2044733"/>
              <a:gd name="csX62" fmla="*/ 1310640 w 1805940"/>
              <a:gd name="csY62" fmla="*/ 1221773 h 2044733"/>
              <a:gd name="csX63" fmla="*/ 1325880 w 1805940"/>
              <a:gd name="csY63" fmla="*/ 1252253 h 2044733"/>
              <a:gd name="csX64" fmla="*/ 1356360 w 1805940"/>
              <a:gd name="csY64" fmla="*/ 1351313 h 2044733"/>
              <a:gd name="csX65" fmla="*/ 1371600 w 1805940"/>
              <a:gd name="csY65" fmla="*/ 1320833 h 2044733"/>
              <a:gd name="csX66" fmla="*/ 1356360 w 1805940"/>
              <a:gd name="csY66" fmla="*/ 1198913 h 2044733"/>
              <a:gd name="csX67" fmla="*/ 1363980 w 1805940"/>
              <a:gd name="csY67" fmla="*/ 1160813 h 2044733"/>
              <a:gd name="csX68" fmla="*/ 1394460 w 1805940"/>
              <a:gd name="csY68" fmla="*/ 1153193 h 2044733"/>
              <a:gd name="csX69" fmla="*/ 1417320 w 1805940"/>
              <a:gd name="csY69" fmla="*/ 1137953 h 2044733"/>
              <a:gd name="csX70" fmla="*/ 1386840 w 1805940"/>
              <a:gd name="csY70" fmla="*/ 1107473 h 2044733"/>
              <a:gd name="csX71" fmla="*/ 1371600 w 1805940"/>
              <a:gd name="csY71" fmla="*/ 1076993 h 2044733"/>
              <a:gd name="csX72" fmla="*/ 1394460 w 1805940"/>
              <a:gd name="csY72" fmla="*/ 1061753 h 2044733"/>
              <a:gd name="csX73" fmla="*/ 1447800 w 1805940"/>
              <a:gd name="csY73" fmla="*/ 1076993 h 2044733"/>
              <a:gd name="csX74" fmla="*/ 1463040 w 1805940"/>
              <a:gd name="csY74" fmla="*/ 1046513 h 2044733"/>
              <a:gd name="csX75" fmla="*/ 1455420 w 1805940"/>
              <a:gd name="csY75" fmla="*/ 1000793 h 2044733"/>
              <a:gd name="csX76" fmla="*/ 1432560 w 1805940"/>
              <a:gd name="csY76" fmla="*/ 993173 h 2044733"/>
              <a:gd name="csX77" fmla="*/ 1402080 w 1805940"/>
              <a:gd name="csY77" fmla="*/ 985553 h 2044733"/>
              <a:gd name="csX78" fmla="*/ 1394460 w 1805940"/>
              <a:gd name="csY78" fmla="*/ 955073 h 2044733"/>
              <a:gd name="csX79" fmla="*/ 1386840 w 1805940"/>
              <a:gd name="csY79" fmla="*/ 894113 h 2044733"/>
              <a:gd name="csX80" fmla="*/ 1371600 w 1805940"/>
              <a:gd name="csY80" fmla="*/ 863633 h 2044733"/>
              <a:gd name="csX81" fmla="*/ 1363980 w 1805940"/>
              <a:gd name="csY81" fmla="*/ 833153 h 2044733"/>
              <a:gd name="csX82" fmla="*/ 1501140 w 1805940"/>
              <a:gd name="csY82" fmla="*/ 810293 h 2044733"/>
              <a:gd name="csX83" fmla="*/ 1546860 w 1805940"/>
              <a:gd name="csY83" fmla="*/ 795053 h 2044733"/>
              <a:gd name="csX84" fmla="*/ 1638300 w 1805940"/>
              <a:gd name="csY84" fmla="*/ 787433 h 2044733"/>
              <a:gd name="csX85" fmla="*/ 1668780 w 1805940"/>
              <a:gd name="csY85" fmla="*/ 764573 h 2044733"/>
              <a:gd name="csX86" fmla="*/ 1691640 w 1805940"/>
              <a:gd name="csY86" fmla="*/ 756953 h 2044733"/>
              <a:gd name="csX87" fmla="*/ 1805940 w 1805940"/>
              <a:gd name="csY87" fmla="*/ 741713 h 2044733"/>
              <a:gd name="csX88" fmla="*/ 1456213 w 1805940"/>
              <a:gd name="csY88" fmla="*/ 664841 h 2044733"/>
              <a:gd name="csX89" fmla="*/ 1398033 w 1805940"/>
              <a:gd name="csY89" fmla="*/ 604466 h 2044733"/>
              <a:gd name="csX90" fmla="*/ 1327393 w 1805940"/>
              <a:gd name="csY90" fmla="*/ 523829 h 2044733"/>
              <a:gd name="csX91" fmla="*/ 1152877 w 1805940"/>
              <a:gd name="csY91" fmla="*/ 471160 h 2044733"/>
              <a:gd name="csX92" fmla="*/ 1283062 w 1805940"/>
              <a:gd name="csY92" fmla="*/ 430548 h 2044733"/>
              <a:gd name="csX93" fmla="*/ 1440254 w 1805940"/>
              <a:gd name="csY93" fmla="*/ 387426 h 2044733"/>
              <a:gd name="csX94" fmla="*/ 1438169 w 1805940"/>
              <a:gd name="csY94" fmla="*/ 240309 h 2044733"/>
              <a:gd name="csX95" fmla="*/ 1411323 w 1805940"/>
              <a:gd name="csY95" fmla="*/ 73017 h 2044733"/>
              <a:gd name="csX96" fmla="*/ 1538571 w 1805940"/>
              <a:gd name="csY96" fmla="*/ 0 h 2044733"/>
              <a:gd name="csX0" fmla="*/ 0 w 1703995"/>
              <a:gd name="csY0" fmla="*/ 2044733 h 2044733"/>
              <a:gd name="csX1" fmla="*/ 60960 w 1703995"/>
              <a:gd name="csY1" fmla="*/ 2037113 h 2044733"/>
              <a:gd name="csX2" fmla="*/ 121920 w 1703995"/>
              <a:gd name="csY2" fmla="*/ 1991393 h 2044733"/>
              <a:gd name="csX3" fmla="*/ 175260 w 1703995"/>
              <a:gd name="csY3" fmla="*/ 1968533 h 2044733"/>
              <a:gd name="csX4" fmla="*/ 198120 w 1703995"/>
              <a:gd name="csY4" fmla="*/ 1953293 h 2044733"/>
              <a:gd name="csX5" fmla="*/ 304800 w 1703995"/>
              <a:gd name="csY5" fmla="*/ 1938053 h 2044733"/>
              <a:gd name="csX6" fmla="*/ 304800 w 1703995"/>
              <a:gd name="csY6" fmla="*/ 1861853 h 2044733"/>
              <a:gd name="csX7" fmla="*/ 281940 w 1703995"/>
              <a:gd name="csY7" fmla="*/ 1846613 h 2044733"/>
              <a:gd name="csX8" fmla="*/ 266700 w 1703995"/>
              <a:gd name="csY8" fmla="*/ 1823753 h 2044733"/>
              <a:gd name="csX9" fmla="*/ 289560 w 1703995"/>
              <a:gd name="csY9" fmla="*/ 1808513 h 2044733"/>
              <a:gd name="csX10" fmla="*/ 342900 w 1703995"/>
              <a:gd name="csY10" fmla="*/ 1816133 h 2044733"/>
              <a:gd name="csX11" fmla="*/ 350520 w 1703995"/>
              <a:gd name="csY11" fmla="*/ 1838993 h 2044733"/>
              <a:gd name="csX12" fmla="*/ 381000 w 1703995"/>
              <a:gd name="csY12" fmla="*/ 1892333 h 2044733"/>
              <a:gd name="csX13" fmla="*/ 396240 w 1703995"/>
              <a:gd name="csY13" fmla="*/ 1922813 h 2044733"/>
              <a:gd name="csX14" fmla="*/ 411480 w 1703995"/>
              <a:gd name="csY14" fmla="*/ 1899953 h 2044733"/>
              <a:gd name="csX15" fmla="*/ 426720 w 1703995"/>
              <a:gd name="csY15" fmla="*/ 1861853 h 2044733"/>
              <a:gd name="csX16" fmla="*/ 449580 w 1703995"/>
              <a:gd name="csY16" fmla="*/ 1877093 h 2044733"/>
              <a:gd name="csX17" fmla="*/ 487680 w 1703995"/>
              <a:gd name="csY17" fmla="*/ 1854233 h 2044733"/>
              <a:gd name="csX18" fmla="*/ 548640 w 1703995"/>
              <a:gd name="csY18" fmla="*/ 1861853 h 2044733"/>
              <a:gd name="csX19" fmla="*/ 563880 w 1703995"/>
              <a:gd name="csY19" fmla="*/ 1838993 h 2044733"/>
              <a:gd name="csX20" fmla="*/ 548640 w 1703995"/>
              <a:gd name="csY20" fmla="*/ 1816133 h 2044733"/>
              <a:gd name="csX21" fmla="*/ 495300 w 1703995"/>
              <a:gd name="csY21" fmla="*/ 1785653 h 2044733"/>
              <a:gd name="csX22" fmla="*/ 518160 w 1703995"/>
              <a:gd name="csY22" fmla="*/ 1770413 h 2044733"/>
              <a:gd name="csX23" fmla="*/ 632460 w 1703995"/>
              <a:gd name="csY23" fmla="*/ 1793273 h 2044733"/>
              <a:gd name="csX24" fmla="*/ 754380 w 1703995"/>
              <a:gd name="csY24" fmla="*/ 1785653 h 2044733"/>
              <a:gd name="csX25" fmla="*/ 784860 w 1703995"/>
              <a:gd name="csY25" fmla="*/ 1793273 h 2044733"/>
              <a:gd name="csX26" fmla="*/ 876300 w 1703995"/>
              <a:gd name="csY26" fmla="*/ 1778033 h 2044733"/>
              <a:gd name="csX27" fmla="*/ 899160 w 1703995"/>
              <a:gd name="csY27" fmla="*/ 1762793 h 2044733"/>
              <a:gd name="csX28" fmla="*/ 891540 w 1703995"/>
              <a:gd name="csY28" fmla="*/ 1701833 h 2044733"/>
              <a:gd name="csX29" fmla="*/ 868680 w 1703995"/>
              <a:gd name="csY29" fmla="*/ 1686593 h 2044733"/>
              <a:gd name="csX30" fmla="*/ 853440 w 1703995"/>
              <a:gd name="csY30" fmla="*/ 1663733 h 2044733"/>
              <a:gd name="csX31" fmla="*/ 883920 w 1703995"/>
              <a:gd name="csY31" fmla="*/ 1640873 h 2044733"/>
              <a:gd name="csX32" fmla="*/ 944880 w 1703995"/>
              <a:gd name="csY32" fmla="*/ 1633253 h 2044733"/>
              <a:gd name="csX33" fmla="*/ 914400 w 1703995"/>
              <a:gd name="csY33" fmla="*/ 1557053 h 2044733"/>
              <a:gd name="csX34" fmla="*/ 891540 w 1703995"/>
              <a:gd name="csY34" fmla="*/ 1534193 h 2044733"/>
              <a:gd name="csX35" fmla="*/ 891540 w 1703995"/>
              <a:gd name="csY35" fmla="*/ 1457993 h 2044733"/>
              <a:gd name="csX36" fmla="*/ 914400 w 1703995"/>
              <a:gd name="csY36" fmla="*/ 1435133 h 2044733"/>
              <a:gd name="csX37" fmla="*/ 929640 w 1703995"/>
              <a:gd name="csY37" fmla="*/ 1397033 h 2044733"/>
              <a:gd name="csX38" fmla="*/ 914400 w 1703995"/>
              <a:gd name="csY38" fmla="*/ 1374173 h 2044733"/>
              <a:gd name="csX39" fmla="*/ 800100 w 1703995"/>
              <a:gd name="csY39" fmla="*/ 1366553 h 2044733"/>
              <a:gd name="csX40" fmla="*/ 777240 w 1703995"/>
              <a:gd name="csY40" fmla="*/ 1336073 h 2044733"/>
              <a:gd name="csX41" fmla="*/ 746760 w 1703995"/>
              <a:gd name="csY41" fmla="*/ 1313213 h 2044733"/>
              <a:gd name="csX42" fmla="*/ 739140 w 1703995"/>
              <a:gd name="csY42" fmla="*/ 1282733 h 2044733"/>
              <a:gd name="csX43" fmla="*/ 754380 w 1703995"/>
              <a:gd name="csY43" fmla="*/ 1259873 h 2044733"/>
              <a:gd name="csX44" fmla="*/ 777240 w 1703995"/>
              <a:gd name="csY44" fmla="*/ 1252253 h 2044733"/>
              <a:gd name="csX45" fmla="*/ 868680 w 1703995"/>
              <a:gd name="csY45" fmla="*/ 1244633 h 2044733"/>
              <a:gd name="csX46" fmla="*/ 891540 w 1703995"/>
              <a:gd name="csY46" fmla="*/ 1237013 h 2044733"/>
              <a:gd name="csX47" fmla="*/ 922020 w 1703995"/>
              <a:gd name="csY47" fmla="*/ 1229393 h 2044733"/>
              <a:gd name="csX48" fmla="*/ 944880 w 1703995"/>
              <a:gd name="csY48" fmla="*/ 1198913 h 2044733"/>
              <a:gd name="csX49" fmla="*/ 982980 w 1703995"/>
              <a:gd name="csY49" fmla="*/ 1061753 h 2044733"/>
              <a:gd name="csX50" fmla="*/ 1036320 w 1703995"/>
              <a:gd name="csY50" fmla="*/ 1069373 h 2044733"/>
              <a:gd name="csX51" fmla="*/ 1143000 w 1703995"/>
              <a:gd name="csY51" fmla="*/ 1069373 h 2044733"/>
              <a:gd name="csX52" fmla="*/ 1165860 w 1703995"/>
              <a:gd name="csY52" fmla="*/ 1038893 h 2044733"/>
              <a:gd name="csX53" fmla="*/ 1188720 w 1703995"/>
              <a:gd name="csY53" fmla="*/ 993173 h 2044733"/>
              <a:gd name="csX54" fmla="*/ 1211580 w 1703995"/>
              <a:gd name="csY54" fmla="*/ 1016033 h 2044733"/>
              <a:gd name="csX55" fmla="*/ 1226820 w 1703995"/>
              <a:gd name="csY55" fmla="*/ 1061753 h 2044733"/>
              <a:gd name="csX56" fmla="*/ 1234440 w 1703995"/>
              <a:gd name="csY56" fmla="*/ 1084613 h 2044733"/>
              <a:gd name="csX57" fmla="*/ 1264920 w 1703995"/>
              <a:gd name="csY57" fmla="*/ 1137953 h 2044733"/>
              <a:gd name="csX58" fmla="*/ 1280160 w 1703995"/>
              <a:gd name="csY58" fmla="*/ 1115093 h 2044733"/>
              <a:gd name="csX59" fmla="*/ 1287780 w 1703995"/>
              <a:gd name="csY59" fmla="*/ 1092233 h 2044733"/>
              <a:gd name="csX60" fmla="*/ 1310640 w 1703995"/>
              <a:gd name="csY60" fmla="*/ 1115093 h 2044733"/>
              <a:gd name="csX61" fmla="*/ 1325880 w 1703995"/>
              <a:gd name="csY61" fmla="*/ 1168433 h 2044733"/>
              <a:gd name="csX62" fmla="*/ 1310640 w 1703995"/>
              <a:gd name="csY62" fmla="*/ 1221773 h 2044733"/>
              <a:gd name="csX63" fmla="*/ 1325880 w 1703995"/>
              <a:gd name="csY63" fmla="*/ 1252253 h 2044733"/>
              <a:gd name="csX64" fmla="*/ 1356360 w 1703995"/>
              <a:gd name="csY64" fmla="*/ 1351313 h 2044733"/>
              <a:gd name="csX65" fmla="*/ 1371600 w 1703995"/>
              <a:gd name="csY65" fmla="*/ 1320833 h 2044733"/>
              <a:gd name="csX66" fmla="*/ 1356360 w 1703995"/>
              <a:gd name="csY66" fmla="*/ 1198913 h 2044733"/>
              <a:gd name="csX67" fmla="*/ 1363980 w 1703995"/>
              <a:gd name="csY67" fmla="*/ 1160813 h 2044733"/>
              <a:gd name="csX68" fmla="*/ 1394460 w 1703995"/>
              <a:gd name="csY68" fmla="*/ 1153193 h 2044733"/>
              <a:gd name="csX69" fmla="*/ 1417320 w 1703995"/>
              <a:gd name="csY69" fmla="*/ 1137953 h 2044733"/>
              <a:gd name="csX70" fmla="*/ 1386840 w 1703995"/>
              <a:gd name="csY70" fmla="*/ 1107473 h 2044733"/>
              <a:gd name="csX71" fmla="*/ 1371600 w 1703995"/>
              <a:gd name="csY71" fmla="*/ 1076993 h 2044733"/>
              <a:gd name="csX72" fmla="*/ 1394460 w 1703995"/>
              <a:gd name="csY72" fmla="*/ 1061753 h 2044733"/>
              <a:gd name="csX73" fmla="*/ 1447800 w 1703995"/>
              <a:gd name="csY73" fmla="*/ 1076993 h 2044733"/>
              <a:gd name="csX74" fmla="*/ 1463040 w 1703995"/>
              <a:gd name="csY74" fmla="*/ 1046513 h 2044733"/>
              <a:gd name="csX75" fmla="*/ 1455420 w 1703995"/>
              <a:gd name="csY75" fmla="*/ 1000793 h 2044733"/>
              <a:gd name="csX76" fmla="*/ 1432560 w 1703995"/>
              <a:gd name="csY76" fmla="*/ 993173 h 2044733"/>
              <a:gd name="csX77" fmla="*/ 1402080 w 1703995"/>
              <a:gd name="csY77" fmla="*/ 985553 h 2044733"/>
              <a:gd name="csX78" fmla="*/ 1394460 w 1703995"/>
              <a:gd name="csY78" fmla="*/ 955073 h 2044733"/>
              <a:gd name="csX79" fmla="*/ 1386840 w 1703995"/>
              <a:gd name="csY79" fmla="*/ 894113 h 2044733"/>
              <a:gd name="csX80" fmla="*/ 1371600 w 1703995"/>
              <a:gd name="csY80" fmla="*/ 863633 h 2044733"/>
              <a:gd name="csX81" fmla="*/ 1363980 w 1703995"/>
              <a:gd name="csY81" fmla="*/ 833153 h 2044733"/>
              <a:gd name="csX82" fmla="*/ 1501140 w 1703995"/>
              <a:gd name="csY82" fmla="*/ 810293 h 2044733"/>
              <a:gd name="csX83" fmla="*/ 1546860 w 1703995"/>
              <a:gd name="csY83" fmla="*/ 795053 h 2044733"/>
              <a:gd name="csX84" fmla="*/ 1638300 w 1703995"/>
              <a:gd name="csY84" fmla="*/ 787433 h 2044733"/>
              <a:gd name="csX85" fmla="*/ 1668780 w 1703995"/>
              <a:gd name="csY85" fmla="*/ 764573 h 2044733"/>
              <a:gd name="csX86" fmla="*/ 1691640 w 1703995"/>
              <a:gd name="csY86" fmla="*/ 756953 h 2044733"/>
              <a:gd name="csX87" fmla="*/ 1456213 w 1703995"/>
              <a:gd name="csY87" fmla="*/ 664841 h 2044733"/>
              <a:gd name="csX88" fmla="*/ 1398033 w 1703995"/>
              <a:gd name="csY88" fmla="*/ 604466 h 2044733"/>
              <a:gd name="csX89" fmla="*/ 1327393 w 1703995"/>
              <a:gd name="csY89" fmla="*/ 523829 h 2044733"/>
              <a:gd name="csX90" fmla="*/ 1152877 w 1703995"/>
              <a:gd name="csY90" fmla="*/ 471160 h 2044733"/>
              <a:gd name="csX91" fmla="*/ 1283062 w 1703995"/>
              <a:gd name="csY91" fmla="*/ 430548 h 2044733"/>
              <a:gd name="csX92" fmla="*/ 1440254 w 1703995"/>
              <a:gd name="csY92" fmla="*/ 387426 h 2044733"/>
              <a:gd name="csX93" fmla="*/ 1438169 w 1703995"/>
              <a:gd name="csY93" fmla="*/ 240309 h 2044733"/>
              <a:gd name="csX94" fmla="*/ 1411323 w 1703995"/>
              <a:gd name="csY94" fmla="*/ 73017 h 2044733"/>
              <a:gd name="csX95" fmla="*/ 1538571 w 1703995"/>
              <a:gd name="csY95" fmla="*/ 0 h 2044733"/>
              <a:gd name="csX0" fmla="*/ 0 w 1678344"/>
              <a:gd name="csY0" fmla="*/ 2044733 h 2044733"/>
              <a:gd name="csX1" fmla="*/ 60960 w 1678344"/>
              <a:gd name="csY1" fmla="*/ 2037113 h 2044733"/>
              <a:gd name="csX2" fmla="*/ 121920 w 1678344"/>
              <a:gd name="csY2" fmla="*/ 1991393 h 2044733"/>
              <a:gd name="csX3" fmla="*/ 175260 w 1678344"/>
              <a:gd name="csY3" fmla="*/ 1968533 h 2044733"/>
              <a:gd name="csX4" fmla="*/ 198120 w 1678344"/>
              <a:gd name="csY4" fmla="*/ 1953293 h 2044733"/>
              <a:gd name="csX5" fmla="*/ 304800 w 1678344"/>
              <a:gd name="csY5" fmla="*/ 1938053 h 2044733"/>
              <a:gd name="csX6" fmla="*/ 304800 w 1678344"/>
              <a:gd name="csY6" fmla="*/ 1861853 h 2044733"/>
              <a:gd name="csX7" fmla="*/ 281940 w 1678344"/>
              <a:gd name="csY7" fmla="*/ 1846613 h 2044733"/>
              <a:gd name="csX8" fmla="*/ 266700 w 1678344"/>
              <a:gd name="csY8" fmla="*/ 1823753 h 2044733"/>
              <a:gd name="csX9" fmla="*/ 289560 w 1678344"/>
              <a:gd name="csY9" fmla="*/ 1808513 h 2044733"/>
              <a:gd name="csX10" fmla="*/ 342900 w 1678344"/>
              <a:gd name="csY10" fmla="*/ 1816133 h 2044733"/>
              <a:gd name="csX11" fmla="*/ 350520 w 1678344"/>
              <a:gd name="csY11" fmla="*/ 1838993 h 2044733"/>
              <a:gd name="csX12" fmla="*/ 381000 w 1678344"/>
              <a:gd name="csY12" fmla="*/ 1892333 h 2044733"/>
              <a:gd name="csX13" fmla="*/ 396240 w 1678344"/>
              <a:gd name="csY13" fmla="*/ 1922813 h 2044733"/>
              <a:gd name="csX14" fmla="*/ 411480 w 1678344"/>
              <a:gd name="csY14" fmla="*/ 1899953 h 2044733"/>
              <a:gd name="csX15" fmla="*/ 426720 w 1678344"/>
              <a:gd name="csY15" fmla="*/ 1861853 h 2044733"/>
              <a:gd name="csX16" fmla="*/ 449580 w 1678344"/>
              <a:gd name="csY16" fmla="*/ 1877093 h 2044733"/>
              <a:gd name="csX17" fmla="*/ 487680 w 1678344"/>
              <a:gd name="csY17" fmla="*/ 1854233 h 2044733"/>
              <a:gd name="csX18" fmla="*/ 548640 w 1678344"/>
              <a:gd name="csY18" fmla="*/ 1861853 h 2044733"/>
              <a:gd name="csX19" fmla="*/ 563880 w 1678344"/>
              <a:gd name="csY19" fmla="*/ 1838993 h 2044733"/>
              <a:gd name="csX20" fmla="*/ 548640 w 1678344"/>
              <a:gd name="csY20" fmla="*/ 1816133 h 2044733"/>
              <a:gd name="csX21" fmla="*/ 495300 w 1678344"/>
              <a:gd name="csY21" fmla="*/ 1785653 h 2044733"/>
              <a:gd name="csX22" fmla="*/ 518160 w 1678344"/>
              <a:gd name="csY22" fmla="*/ 1770413 h 2044733"/>
              <a:gd name="csX23" fmla="*/ 632460 w 1678344"/>
              <a:gd name="csY23" fmla="*/ 1793273 h 2044733"/>
              <a:gd name="csX24" fmla="*/ 754380 w 1678344"/>
              <a:gd name="csY24" fmla="*/ 1785653 h 2044733"/>
              <a:gd name="csX25" fmla="*/ 784860 w 1678344"/>
              <a:gd name="csY25" fmla="*/ 1793273 h 2044733"/>
              <a:gd name="csX26" fmla="*/ 876300 w 1678344"/>
              <a:gd name="csY26" fmla="*/ 1778033 h 2044733"/>
              <a:gd name="csX27" fmla="*/ 899160 w 1678344"/>
              <a:gd name="csY27" fmla="*/ 1762793 h 2044733"/>
              <a:gd name="csX28" fmla="*/ 891540 w 1678344"/>
              <a:gd name="csY28" fmla="*/ 1701833 h 2044733"/>
              <a:gd name="csX29" fmla="*/ 868680 w 1678344"/>
              <a:gd name="csY29" fmla="*/ 1686593 h 2044733"/>
              <a:gd name="csX30" fmla="*/ 853440 w 1678344"/>
              <a:gd name="csY30" fmla="*/ 1663733 h 2044733"/>
              <a:gd name="csX31" fmla="*/ 883920 w 1678344"/>
              <a:gd name="csY31" fmla="*/ 1640873 h 2044733"/>
              <a:gd name="csX32" fmla="*/ 944880 w 1678344"/>
              <a:gd name="csY32" fmla="*/ 1633253 h 2044733"/>
              <a:gd name="csX33" fmla="*/ 914400 w 1678344"/>
              <a:gd name="csY33" fmla="*/ 1557053 h 2044733"/>
              <a:gd name="csX34" fmla="*/ 891540 w 1678344"/>
              <a:gd name="csY34" fmla="*/ 1534193 h 2044733"/>
              <a:gd name="csX35" fmla="*/ 891540 w 1678344"/>
              <a:gd name="csY35" fmla="*/ 1457993 h 2044733"/>
              <a:gd name="csX36" fmla="*/ 914400 w 1678344"/>
              <a:gd name="csY36" fmla="*/ 1435133 h 2044733"/>
              <a:gd name="csX37" fmla="*/ 929640 w 1678344"/>
              <a:gd name="csY37" fmla="*/ 1397033 h 2044733"/>
              <a:gd name="csX38" fmla="*/ 914400 w 1678344"/>
              <a:gd name="csY38" fmla="*/ 1374173 h 2044733"/>
              <a:gd name="csX39" fmla="*/ 800100 w 1678344"/>
              <a:gd name="csY39" fmla="*/ 1366553 h 2044733"/>
              <a:gd name="csX40" fmla="*/ 777240 w 1678344"/>
              <a:gd name="csY40" fmla="*/ 1336073 h 2044733"/>
              <a:gd name="csX41" fmla="*/ 746760 w 1678344"/>
              <a:gd name="csY41" fmla="*/ 1313213 h 2044733"/>
              <a:gd name="csX42" fmla="*/ 739140 w 1678344"/>
              <a:gd name="csY42" fmla="*/ 1282733 h 2044733"/>
              <a:gd name="csX43" fmla="*/ 754380 w 1678344"/>
              <a:gd name="csY43" fmla="*/ 1259873 h 2044733"/>
              <a:gd name="csX44" fmla="*/ 777240 w 1678344"/>
              <a:gd name="csY44" fmla="*/ 1252253 h 2044733"/>
              <a:gd name="csX45" fmla="*/ 868680 w 1678344"/>
              <a:gd name="csY45" fmla="*/ 1244633 h 2044733"/>
              <a:gd name="csX46" fmla="*/ 891540 w 1678344"/>
              <a:gd name="csY46" fmla="*/ 1237013 h 2044733"/>
              <a:gd name="csX47" fmla="*/ 922020 w 1678344"/>
              <a:gd name="csY47" fmla="*/ 1229393 h 2044733"/>
              <a:gd name="csX48" fmla="*/ 944880 w 1678344"/>
              <a:gd name="csY48" fmla="*/ 1198913 h 2044733"/>
              <a:gd name="csX49" fmla="*/ 982980 w 1678344"/>
              <a:gd name="csY49" fmla="*/ 1061753 h 2044733"/>
              <a:gd name="csX50" fmla="*/ 1036320 w 1678344"/>
              <a:gd name="csY50" fmla="*/ 1069373 h 2044733"/>
              <a:gd name="csX51" fmla="*/ 1143000 w 1678344"/>
              <a:gd name="csY51" fmla="*/ 1069373 h 2044733"/>
              <a:gd name="csX52" fmla="*/ 1165860 w 1678344"/>
              <a:gd name="csY52" fmla="*/ 1038893 h 2044733"/>
              <a:gd name="csX53" fmla="*/ 1188720 w 1678344"/>
              <a:gd name="csY53" fmla="*/ 993173 h 2044733"/>
              <a:gd name="csX54" fmla="*/ 1211580 w 1678344"/>
              <a:gd name="csY54" fmla="*/ 1016033 h 2044733"/>
              <a:gd name="csX55" fmla="*/ 1226820 w 1678344"/>
              <a:gd name="csY55" fmla="*/ 1061753 h 2044733"/>
              <a:gd name="csX56" fmla="*/ 1234440 w 1678344"/>
              <a:gd name="csY56" fmla="*/ 1084613 h 2044733"/>
              <a:gd name="csX57" fmla="*/ 1264920 w 1678344"/>
              <a:gd name="csY57" fmla="*/ 1137953 h 2044733"/>
              <a:gd name="csX58" fmla="*/ 1280160 w 1678344"/>
              <a:gd name="csY58" fmla="*/ 1115093 h 2044733"/>
              <a:gd name="csX59" fmla="*/ 1287780 w 1678344"/>
              <a:gd name="csY59" fmla="*/ 1092233 h 2044733"/>
              <a:gd name="csX60" fmla="*/ 1310640 w 1678344"/>
              <a:gd name="csY60" fmla="*/ 1115093 h 2044733"/>
              <a:gd name="csX61" fmla="*/ 1325880 w 1678344"/>
              <a:gd name="csY61" fmla="*/ 1168433 h 2044733"/>
              <a:gd name="csX62" fmla="*/ 1310640 w 1678344"/>
              <a:gd name="csY62" fmla="*/ 1221773 h 2044733"/>
              <a:gd name="csX63" fmla="*/ 1325880 w 1678344"/>
              <a:gd name="csY63" fmla="*/ 1252253 h 2044733"/>
              <a:gd name="csX64" fmla="*/ 1356360 w 1678344"/>
              <a:gd name="csY64" fmla="*/ 1351313 h 2044733"/>
              <a:gd name="csX65" fmla="*/ 1371600 w 1678344"/>
              <a:gd name="csY65" fmla="*/ 1320833 h 2044733"/>
              <a:gd name="csX66" fmla="*/ 1356360 w 1678344"/>
              <a:gd name="csY66" fmla="*/ 1198913 h 2044733"/>
              <a:gd name="csX67" fmla="*/ 1363980 w 1678344"/>
              <a:gd name="csY67" fmla="*/ 1160813 h 2044733"/>
              <a:gd name="csX68" fmla="*/ 1394460 w 1678344"/>
              <a:gd name="csY68" fmla="*/ 1153193 h 2044733"/>
              <a:gd name="csX69" fmla="*/ 1417320 w 1678344"/>
              <a:gd name="csY69" fmla="*/ 1137953 h 2044733"/>
              <a:gd name="csX70" fmla="*/ 1386840 w 1678344"/>
              <a:gd name="csY70" fmla="*/ 1107473 h 2044733"/>
              <a:gd name="csX71" fmla="*/ 1371600 w 1678344"/>
              <a:gd name="csY71" fmla="*/ 1076993 h 2044733"/>
              <a:gd name="csX72" fmla="*/ 1394460 w 1678344"/>
              <a:gd name="csY72" fmla="*/ 1061753 h 2044733"/>
              <a:gd name="csX73" fmla="*/ 1447800 w 1678344"/>
              <a:gd name="csY73" fmla="*/ 1076993 h 2044733"/>
              <a:gd name="csX74" fmla="*/ 1463040 w 1678344"/>
              <a:gd name="csY74" fmla="*/ 1046513 h 2044733"/>
              <a:gd name="csX75" fmla="*/ 1455420 w 1678344"/>
              <a:gd name="csY75" fmla="*/ 1000793 h 2044733"/>
              <a:gd name="csX76" fmla="*/ 1432560 w 1678344"/>
              <a:gd name="csY76" fmla="*/ 993173 h 2044733"/>
              <a:gd name="csX77" fmla="*/ 1402080 w 1678344"/>
              <a:gd name="csY77" fmla="*/ 985553 h 2044733"/>
              <a:gd name="csX78" fmla="*/ 1394460 w 1678344"/>
              <a:gd name="csY78" fmla="*/ 955073 h 2044733"/>
              <a:gd name="csX79" fmla="*/ 1386840 w 1678344"/>
              <a:gd name="csY79" fmla="*/ 894113 h 2044733"/>
              <a:gd name="csX80" fmla="*/ 1371600 w 1678344"/>
              <a:gd name="csY80" fmla="*/ 863633 h 2044733"/>
              <a:gd name="csX81" fmla="*/ 1363980 w 1678344"/>
              <a:gd name="csY81" fmla="*/ 833153 h 2044733"/>
              <a:gd name="csX82" fmla="*/ 1501140 w 1678344"/>
              <a:gd name="csY82" fmla="*/ 810293 h 2044733"/>
              <a:gd name="csX83" fmla="*/ 1546860 w 1678344"/>
              <a:gd name="csY83" fmla="*/ 795053 h 2044733"/>
              <a:gd name="csX84" fmla="*/ 1638300 w 1678344"/>
              <a:gd name="csY84" fmla="*/ 787433 h 2044733"/>
              <a:gd name="csX85" fmla="*/ 1668780 w 1678344"/>
              <a:gd name="csY85" fmla="*/ 764573 h 2044733"/>
              <a:gd name="csX86" fmla="*/ 1456213 w 1678344"/>
              <a:gd name="csY86" fmla="*/ 664841 h 2044733"/>
              <a:gd name="csX87" fmla="*/ 1398033 w 1678344"/>
              <a:gd name="csY87" fmla="*/ 604466 h 2044733"/>
              <a:gd name="csX88" fmla="*/ 1327393 w 1678344"/>
              <a:gd name="csY88" fmla="*/ 523829 h 2044733"/>
              <a:gd name="csX89" fmla="*/ 1152877 w 1678344"/>
              <a:gd name="csY89" fmla="*/ 471160 h 2044733"/>
              <a:gd name="csX90" fmla="*/ 1283062 w 1678344"/>
              <a:gd name="csY90" fmla="*/ 430548 h 2044733"/>
              <a:gd name="csX91" fmla="*/ 1440254 w 1678344"/>
              <a:gd name="csY91" fmla="*/ 387426 h 2044733"/>
              <a:gd name="csX92" fmla="*/ 1438169 w 1678344"/>
              <a:gd name="csY92" fmla="*/ 240309 h 2044733"/>
              <a:gd name="csX93" fmla="*/ 1411323 w 1678344"/>
              <a:gd name="csY93" fmla="*/ 73017 h 2044733"/>
              <a:gd name="csX94" fmla="*/ 1538571 w 1678344"/>
              <a:gd name="csY94" fmla="*/ 0 h 2044733"/>
              <a:gd name="csX0" fmla="*/ 0 w 1638300"/>
              <a:gd name="csY0" fmla="*/ 2044733 h 2044733"/>
              <a:gd name="csX1" fmla="*/ 60960 w 1638300"/>
              <a:gd name="csY1" fmla="*/ 2037113 h 2044733"/>
              <a:gd name="csX2" fmla="*/ 121920 w 1638300"/>
              <a:gd name="csY2" fmla="*/ 1991393 h 2044733"/>
              <a:gd name="csX3" fmla="*/ 175260 w 1638300"/>
              <a:gd name="csY3" fmla="*/ 1968533 h 2044733"/>
              <a:gd name="csX4" fmla="*/ 198120 w 1638300"/>
              <a:gd name="csY4" fmla="*/ 1953293 h 2044733"/>
              <a:gd name="csX5" fmla="*/ 304800 w 1638300"/>
              <a:gd name="csY5" fmla="*/ 1938053 h 2044733"/>
              <a:gd name="csX6" fmla="*/ 304800 w 1638300"/>
              <a:gd name="csY6" fmla="*/ 1861853 h 2044733"/>
              <a:gd name="csX7" fmla="*/ 281940 w 1638300"/>
              <a:gd name="csY7" fmla="*/ 1846613 h 2044733"/>
              <a:gd name="csX8" fmla="*/ 266700 w 1638300"/>
              <a:gd name="csY8" fmla="*/ 1823753 h 2044733"/>
              <a:gd name="csX9" fmla="*/ 289560 w 1638300"/>
              <a:gd name="csY9" fmla="*/ 1808513 h 2044733"/>
              <a:gd name="csX10" fmla="*/ 342900 w 1638300"/>
              <a:gd name="csY10" fmla="*/ 1816133 h 2044733"/>
              <a:gd name="csX11" fmla="*/ 350520 w 1638300"/>
              <a:gd name="csY11" fmla="*/ 1838993 h 2044733"/>
              <a:gd name="csX12" fmla="*/ 381000 w 1638300"/>
              <a:gd name="csY12" fmla="*/ 1892333 h 2044733"/>
              <a:gd name="csX13" fmla="*/ 396240 w 1638300"/>
              <a:gd name="csY13" fmla="*/ 1922813 h 2044733"/>
              <a:gd name="csX14" fmla="*/ 411480 w 1638300"/>
              <a:gd name="csY14" fmla="*/ 1899953 h 2044733"/>
              <a:gd name="csX15" fmla="*/ 426720 w 1638300"/>
              <a:gd name="csY15" fmla="*/ 1861853 h 2044733"/>
              <a:gd name="csX16" fmla="*/ 449580 w 1638300"/>
              <a:gd name="csY16" fmla="*/ 1877093 h 2044733"/>
              <a:gd name="csX17" fmla="*/ 487680 w 1638300"/>
              <a:gd name="csY17" fmla="*/ 1854233 h 2044733"/>
              <a:gd name="csX18" fmla="*/ 548640 w 1638300"/>
              <a:gd name="csY18" fmla="*/ 1861853 h 2044733"/>
              <a:gd name="csX19" fmla="*/ 563880 w 1638300"/>
              <a:gd name="csY19" fmla="*/ 1838993 h 2044733"/>
              <a:gd name="csX20" fmla="*/ 548640 w 1638300"/>
              <a:gd name="csY20" fmla="*/ 1816133 h 2044733"/>
              <a:gd name="csX21" fmla="*/ 495300 w 1638300"/>
              <a:gd name="csY21" fmla="*/ 1785653 h 2044733"/>
              <a:gd name="csX22" fmla="*/ 518160 w 1638300"/>
              <a:gd name="csY22" fmla="*/ 1770413 h 2044733"/>
              <a:gd name="csX23" fmla="*/ 632460 w 1638300"/>
              <a:gd name="csY23" fmla="*/ 1793273 h 2044733"/>
              <a:gd name="csX24" fmla="*/ 754380 w 1638300"/>
              <a:gd name="csY24" fmla="*/ 1785653 h 2044733"/>
              <a:gd name="csX25" fmla="*/ 784860 w 1638300"/>
              <a:gd name="csY25" fmla="*/ 1793273 h 2044733"/>
              <a:gd name="csX26" fmla="*/ 876300 w 1638300"/>
              <a:gd name="csY26" fmla="*/ 1778033 h 2044733"/>
              <a:gd name="csX27" fmla="*/ 899160 w 1638300"/>
              <a:gd name="csY27" fmla="*/ 1762793 h 2044733"/>
              <a:gd name="csX28" fmla="*/ 891540 w 1638300"/>
              <a:gd name="csY28" fmla="*/ 1701833 h 2044733"/>
              <a:gd name="csX29" fmla="*/ 868680 w 1638300"/>
              <a:gd name="csY29" fmla="*/ 1686593 h 2044733"/>
              <a:gd name="csX30" fmla="*/ 853440 w 1638300"/>
              <a:gd name="csY30" fmla="*/ 1663733 h 2044733"/>
              <a:gd name="csX31" fmla="*/ 883920 w 1638300"/>
              <a:gd name="csY31" fmla="*/ 1640873 h 2044733"/>
              <a:gd name="csX32" fmla="*/ 944880 w 1638300"/>
              <a:gd name="csY32" fmla="*/ 1633253 h 2044733"/>
              <a:gd name="csX33" fmla="*/ 914400 w 1638300"/>
              <a:gd name="csY33" fmla="*/ 1557053 h 2044733"/>
              <a:gd name="csX34" fmla="*/ 891540 w 1638300"/>
              <a:gd name="csY34" fmla="*/ 1534193 h 2044733"/>
              <a:gd name="csX35" fmla="*/ 891540 w 1638300"/>
              <a:gd name="csY35" fmla="*/ 1457993 h 2044733"/>
              <a:gd name="csX36" fmla="*/ 914400 w 1638300"/>
              <a:gd name="csY36" fmla="*/ 1435133 h 2044733"/>
              <a:gd name="csX37" fmla="*/ 929640 w 1638300"/>
              <a:gd name="csY37" fmla="*/ 1397033 h 2044733"/>
              <a:gd name="csX38" fmla="*/ 914400 w 1638300"/>
              <a:gd name="csY38" fmla="*/ 1374173 h 2044733"/>
              <a:gd name="csX39" fmla="*/ 800100 w 1638300"/>
              <a:gd name="csY39" fmla="*/ 1366553 h 2044733"/>
              <a:gd name="csX40" fmla="*/ 777240 w 1638300"/>
              <a:gd name="csY40" fmla="*/ 1336073 h 2044733"/>
              <a:gd name="csX41" fmla="*/ 746760 w 1638300"/>
              <a:gd name="csY41" fmla="*/ 1313213 h 2044733"/>
              <a:gd name="csX42" fmla="*/ 739140 w 1638300"/>
              <a:gd name="csY42" fmla="*/ 1282733 h 2044733"/>
              <a:gd name="csX43" fmla="*/ 754380 w 1638300"/>
              <a:gd name="csY43" fmla="*/ 1259873 h 2044733"/>
              <a:gd name="csX44" fmla="*/ 777240 w 1638300"/>
              <a:gd name="csY44" fmla="*/ 1252253 h 2044733"/>
              <a:gd name="csX45" fmla="*/ 868680 w 1638300"/>
              <a:gd name="csY45" fmla="*/ 1244633 h 2044733"/>
              <a:gd name="csX46" fmla="*/ 891540 w 1638300"/>
              <a:gd name="csY46" fmla="*/ 1237013 h 2044733"/>
              <a:gd name="csX47" fmla="*/ 922020 w 1638300"/>
              <a:gd name="csY47" fmla="*/ 1229393 h 2044733"/>
              <a:gd name="csX48" fmla="*/ 944880 w 1638300"/>
              <a:gd name="csY48" fmla="*/ 1198913 h 2044733"/>
              <a:gd name="csX49" fmla="*/ 982980 w 1638300"/>
              <a:gd name="csY49" fmla="*/ 1061753 h 2044733"/>
              <a:gd name="csX50" fmla="*/ 1036320 w 1638300"/>
              <a:gd name="csY50" fmla="*/ 1069373 h 2044733"/>
              <a:gd name="csX51" fmla="*/ 1143000 w 1638300"/>
              <a:gd name="csY51" fmla="*/ 1069373 h 2044733"/>
              <a:gd name="csX52" fmla="*/ 1165860 w 1638300"/>
              <a:gd name="csY52" fmla="*/ 1038893 h 2044733"/>
              <a:gd name="csX53" fmla="*/ 1188720 w 1638300"/>
              <a:gd name="csY53" fmla="*/ 993173 h 2044733"/>
              <a:gd name="csX54" fmla="*/ 1211580 w 1638300"/>
              <a:gd name="csY54" fmla="*/ 1016033 h 2044733"/>
              <a:gd name="csX55" fmla="*/ 1226820 w 1638300"/>
              <a:gd name="csY55" fmla="*/ 1061753 h 2044733"/>
              <a:gd name="csX56" fmla="*/ 1234440 w 1638300"/>
              <a:gd name="csY56" fmla="*/ 1084613 h 2044733"/>
              <a:gd name="csX57" fmla="*/ 1264920 w 1638300"/>
              <a:gd name="csY57" fmla="*/ 1137953 h 2044733"/>
              <a:gd name="csX58" fmla="*/ 1280160 w 1638300"/>
              <a:gd name="csY58" fmla="*/ 1115093 h 2044733"/>
              <a:gd name="csX59" fmla="*/ 1287780 w 1638300"/>
              <a:gd name="csY59" fmla="*/ 1092233 h 2044733"/>
              <a:gd name="csX60" fmla="*/ 1310640 w 1638300"/>
              <a:gd name="csY60" fmla="*/ 1115093 h 2044733"/>
              <a:gd name="csX61" fmla="*/ 1325880 w 1638300"/>
              <a:gd name="csY61" fmla="*/ 1168433 h 2044733"/>
              <a:gd name="csX62" fmla="*/ 1310640 w 1638300"/>
              <a:gd name="csY62" fmla="*/ 1221773 h 2044733"/>
              <a:gd name="csX63" fmla="*/ 1325880 w 1638300"/>
              <a:gd name="csY63" fmla="*/ 1252253 h 2044733"/>
              <a:gd name="csX64" fmla="*/ 1356360 w 1638300"/>
              <a:gd name="csY64" fmla="*/ 1351313 h 2044733"/>
              <a:gd name="csX65" fmla="*/ 1371600 w 1638300"/>
              <a:gd name="csY65" fmla="*/ 1320833 h 2044733"/>
              <a:gd name="csX66" fmla="*/ 1356360 w 1638300"/>
              <a:gd name="csY66" fmla="*/ 1198913 h 2044733"/>
              <a:gd name="csX67" fmla="*/ 1363980 w 1638300"/>
              <a:gd name="csY67" fmla="*/ 1160813 h 2044733"/>
              <a:gd name="csX68" fmla="*/ 1394460 w 1638300"/>
              <a:gd name="csY68" fmla="*/ 1153193 h 2044733"/>
              <a:gd name="csX69" fmla="*/ 1417320 w 1638300"/>
              <a:gd name="csY69" fmla="*/ 1137953 h 2044733"/>
              <a:gd name="csX70" fmla="*/ 1386840 w 1638300"/>
              <a:gd name="csY70" fmla="*/ 1107473 h 2044733"/>
              <a:gd name="csX71" fmla="*/ 1371600 w 1638300"/>
              <a:gd name="csY71" fmla="*/ 1076993 h 2044733"/>
              <a:gd name="csX72" fmla="*/ 1394460 w 1638300"/>
              <a:gd name="csY72" fmla="*/ 1061753 h 2044733"/>
              <a:gd name="csX73" fmla="*/ 1447800 w 1638300"/>
              <a:gd name="csY73" fmla="*/ 1076993 h 2044733"/>
              <a:gd name="csX74" fmla="*/ 1463040 w 1638300"/>
              <a:gd name="csY74" fmla="*/ 1046513 h 2044733"/>
              <a:gd name="csX75" fmla="*/ 1455420 w 1638300"/>
              <a:gd name="csY75" fmla="*/ 1000793 h 2044733"/>
              <a:gd name="csX76" fmla="*/ 1432560 w 1638300"/>
              <a:gd name="csY76" fmla="*/ 993173 h 2044733"/>
              <a:gd name="csX77" fmla="*/ 1402080 w 1638300"/>
              <a:gd name="csY77" fmla="*/ 985553 h 2044733"/>
              <a:gd name="csX78" fmla="*/ 1394460 w 1638300"/>
              <a:gd name="csY78" fmla="*/ 955073 h 2044733"/>
              <a:gd name="csX79" fmla="*/ 1386840 w 1638300"/>
              <a:gd name="csY79" fmla="*/ 894113 h 2044733"/>
              <a:gd name="csX80" fmla="*/ 1371600 w 1638300"/>
              <a:gd name="csY80" fmla="*/ 863633 h 2044733"/>
              <a:gd name="csX81" fmla="*/ 1363980 w 1638300"/>
              <a:gd name="csY81" fmla="*/ 833153 h 2044733"/>
              <a:gd name="csX82" fmla="*/ 1501140 w 1638300"/>
              <a:gd name="csY82" fmla="*/ 810293 h 2044733"/>
              <a:gd name="csX83" fmla="*/ 1546860 w 1638300"/>
              <a:gd name="csY83" fmla="*/ 795053 h 2044733"/>
              <a:gd name="csX84" fmla="*/ 1638300 w 1638300"/>
              <a:gd name="csY84" fmla="*/ 787433 h 2044733"/>
              <a:gd name="csX85" fmla="*/ 1456213 w 1638300"/>
              <a:gd name="csY85" fmla="*/ 664841 h 2044733"/>
              <a:gd name="csX86" fmla="*/ 1398033 w 1638300"/>
              <a:gd name="csY86" fmla="*/ 604466 h 2044733"/>
              <a:gd name="csX87" fmla="*/ 1327393 w 1638300"/>
              <a:gd name="csY87" fmla="*/ 523829 h 2044733"/>
              <a:gd name="csX88" fmla="*/ 1152877 w 1638300"/>
              <a:gd name="csY88" fmla="*/ 471160 h 2044733"/>
              <a:gd name="csX89" fmla="*/ 1283062 w 1638300"/>
              <a:gd name="csY89" fmla="*/ 430548 h 2044733"/>
              <a:gd name="csX90" fmla="*/ 1440254 w 1638300"/>
              <a:gd name="csY90" fmla="*/ 387426 h 2044733"/>
              <a:gd name="csX91" fmla="*/ 1438169 w 1638300"/>
              <a:gd name="csY91" fmla="*/ 240309 h 2044733"/>
              <a:gd name="csX92" fmla="*/ 1411323 w 1638300"/>
              <a:gd name="csY92" fmla="*/ 73017 h 2044733"/>
              <a:gd name="csX93" fmla="*/ 1538571 w 1638300"/>
              <a:gd name="csY93" fmla="*/ 0 h 2044733"/>
              <a:gd name="csX0" fmla="*/ 0 w 1552273"/>
              <a:gd name="csY0" fmla="*/ 2044733 h 2044733"/>
              <a:gd name="csX1" fmla="*/ 60960 w 1552273"/>
              <a:gd name="csY1" fmla="*/ 2037113 h 2044733"/>
              <a:gd name="csX2" fmla="*/ 121920 w 1552273"/>
              <a:gd name="csY2" fmla="*/ 1991393 h 2044733"/>
              <a:gd name="csX3" fmla="*/ 175260 w 1552273"/>
              <a:gd name="csY3" fmla="*/ 1968533 h 2044733"/>
              <a:gd name="csX4" fmla="*/ 198120 w 1552273"/>
              <a:gd name="csY4" fmla="*/ 1953293 h 2044733"/>
              <a:gd name="csX5" fmla="*/ 304800 w 1552273"/>
              <a:gd name="csY5" fmla="*/ 1938053 h 2044733"/>
              <a:gd name="csX6" fmla="*/ 304800 w 1552273"/>
              <a:gd name="csY6" fmla="*/ 1861853 h 2044733"/>
              <a:gd name="csX7" fmla="*/ 281940 w 1552273"/>
              <a:gd name="csY7" fmla="*/ 1846613 h 2044733"/>
              <a:gd name="csX8" fmla="*/ 266700 w 1552273"/>
              <a:gd name="csY8" fmla="*/ 1823753 h 2044733"/>
              <a:gd name="csX9" fmla="*/ 289560 w 1552273"/>
              <a:gd name="csY9" fmla="*/ 1808513 h 2044733"/>
              <a:gd name="csX10" fmla="*/ 342900 w 1552273"/>
              <a:gd name="csY10" fmla="*/ 1816133 h 2044733"/>
              <a:gd name="csX11" fmla="*/ 350520 w 1552273"/>
              <a:gd name="csY11" fmla="*/ 1838993 h 2044733"/>
              <a:gd name="csX12" fmla="*/ 381000 w 1552273"/>
              <a:gd name="csY12" fmla="*/ 1892333 h 2044733"/>
              <a:gd name="csX13" fmla="*/ 396240 w 1552273"/>
              <a:gd name="csY13" fmla="*/ 1922813 h 2044733"/>
              <a:gd name="csX14" fmla="*/ 411480 w 1552273"/>
              <a:gd name="csY14" fmla="*/ 1899953 h 2044733"/>
              <a:gd name="csX15" fmla="*/ 426720 w 1552273"/>
              <a:gd name="csY15" fmla="*/ 1861853 h 2044733"/>
              <a:gd name="csX16" fmla="*/ 449580 w 1552273"/>
              <a:gd name="csY16" fmla="*/ 1877093 h 2044733"/>
              <a:gd name="csX17" fmla="*/ 487680 w 1552273"/>
              <a:gd name="csY17" fmla="*/ 1854233 h 2044733"/>
              <a:gd name="csX18" fmla="*/ 548640 w 1552273"/>
              <a:gd name="csY18" fmla="*/ 1861853 h 2044733"/>
              <a:gd name="csX19" fmla="*/ 563880 w 1552273"/>
              <a:gd name="csY19" fmla="*/ 1838993 h 2044733"/>
              <a:gd name="csX20" fmla="*/ 548640 w 1552273"/>
              <a:gd name="csY20" fmla="*/ 1816133 h 2044733"/>
              <a:gd name="csX21" fmla="*/ 495300 w 1552273"/>
              <a:gd name="csY21" fmla="*/ 1785653 h 2044733"/>
              <a:gd name="csX22" fmla="*/ 518160 w 1552273"/>
              <a:gd name="csY22" fmla="*/ 1770413 h 2044733"/>
              <a:gd name="csX23" fmla="*/ 632460 w 1552273"/>
              <a:gd name="csY23" fmla="*/ 1793273 h 2044733"/>
              <a:gd name="csX24" fmla="*/ 754380 w 1552273"/>
              <a:gd name="csY24" fmla="*/ 1785653 h 2044733"/>
              <a:gd name="csX25" fmla="*/ 784860 w 1552273"/>
              <a:gd name="csY25" fmla="*/ 1793273 h 2044733"/>
              <a:gd name="csX26" fmla="*/ 876300 w 1552273"/>
              <a:gd name="csY26" fmla="*/ 1778033 h 2044733"/>
              <a:gd name="csX27" fmla="*/ 899160 w 1552273"/>
              <a:gd name="csY27" fmla="*/ 1762793 h 2044733"/>
              <a:gd name="csX28" fmla="*/ 891540 w 1552273"/>
              <a:gd name="csY28" fmla="*/ 1701833 h 2044733"/>
              <a:gd name="csX29" fmla="*/ 868680 w 1552273"/>
              <a:gd name="csY29" fmla="*/ 1686593 h 2044733"/>
              <a:gd name="csX30" fmla="*/ 853440 w 1552273"/>
              <a:gd name="csY30" fmla="*/ 1663733 h 2044733"/>
              <a:gd name="csX31" fmla="*/ 883920 w 1552273"/>
              <a:gd name="csY31" fmla="*/ 1640873 h 2044733"/>
              <a:gd name="csX32" fmla="*/ 944880 w 1552273"/>
              <a:gd name="csY32" fmla="*/ 1633253 h 2044733"/>
              <a:gd name="csX33" fmla="*/ 914400 w 1552273"/>
              <a:gd name="csY33" fmla="*/ 1557053 h 2044733"/>
              <a:gd name="csX34" fmla="*/ 891540 w 1552273"/>
              <a:gd name="csY34" fmla="*/ 1534193 h 2044733"/>
              <a:gd name="csX35" fmla="*/ 891540 w 1552273"/>
              <a:gd name="csY35" fmla="*/ 1457993 h 2044733"/>
              <a:gd name="csX36" fmla="*/ 914400 w 1552273"/>
              <a:gd name="csY36" fmla="*/ 1435133 h 2044733"/>
              <a:gd name="csX37" fmla="*/ 929640 w 1552273"/>
              <a:gd name="csY37" fmla="*/ 1397033 h 2044733"/>
              <a:gd name="csX38" fmla="*/ 914400 w 1552273"/>
              <a:gd name="csY38" fmla="*/ 1374173 h 2044733"/>
              <a:gd name="csX39" fmla="*/ 800100 w 1552273"/>
              <a:gd name="csY39" fmla="*/ 1366553 h 2044733"/>
              <a:gd name="csX40" fmla="*/ 777240 w 1552273"/>
              <a:gd name="csY40" fmla="*/ 1336073 h 2044733"/>
              <a:gd name="csX41" fmla="*/ 746760 w 1552273"/>
              <a:gd name="csY41" fmla="*/ 1313213 h 2044733"/>
              <a:gd name="csX42" fmla="*/ 739140 w 1552273"/>
              <a:gd name="csY42" fmla="*/ 1282733 h 2044733"/>
              <a:gd name="csX43" fmla="*/ 754380 w 1552273"/>
              <a:gd name="csY43" fmla="*/ 1259873 h 2044733"/>
              <a:gd name="csX44" fmla="*/ 777240 w 1552273"/>
              <a:gd name="csY44" fmla="*/ 1252253 h 2044733"/>
              <a:gd name="csX45" fmla="*/ 868680 w 1552273"/>
              <a:gd name="csY45" fmla="*/ 1244633 h 2044733"/>
              <a:gd name="csX46" fmla="*/ 891540 w 1552273"/>
              <a:gd name="csY46" fmla="*/ 1237013 h 2044733"/>
              <a:gd name="csX47" fmla="*/ 922020 w 1552273"/>
              <a:gd name="csY47" fmla="*/ 1229393 h 2044733"/>
              <a:gd name="csX48" fmla="*/ 944880 w 1552273"/>
              <a:gd name="csY48" fmla="*/ 1198913 h 2044733"/>
              <a:gd name="csX49" fmla="*/ 982980 w 1552273"/>
              <a:gd name="csY49" fmla="*/ 1061753 h 2044733"/>
              <a:gd name="csX50" fmla="*/ 1036320 w 1552273"/>
              <a:gd name="csY50" fmla="*/ 1069373 h 2044733"/>
              <a:gd name="csX51" fmla="*/ 1143000 w 1552273"/>
              <a:gd name="csY51" fmla="*/ 1069373 h 2044733"/>
              <a:gd name="csX52" fmla="*/ 1165860 w 1552273"/>
              <a:gd name="csY52" fmla="*/ 1038893 h 2044733"/>
              <a:gd name="csX53" fmla="*/ 1188720 w 1552273"/>
              <a:gd name="csY53" fmla="*/ 993173 h 2044733"/>
              <a:gd name="csX54" fmla="*/ 1211580 w 1552273"/>
              <a:gd name="csY54" fmla="*/ 1016033 h 2044733"/>
              <a:gd name="csX55" fmla="*/ 1226820 w 1552273"/>
              <a:gd name="csY55" fmla="*/ 1061753 h 2044733"/>
              <a:gd name="csX56" fmla="*/ 1234440 w 1552273"/>
              <a:gd name="csY56" fmla="*/ 1084613 h 2044733"/>
              <a:gd name="csX57" fmla="*/ 1264920 w 1552273"/>
              <a:gd name="csY57" fmla="*/ 1137953 h 2044733"/>
              <a:gd name="csX58" fmla="*/ 1280160 w 1552273"/>
              <a:gd name="csY58" fmla="*/ 1115093 h 2044733"/>
              <a:gd name="csX59" fmla="*/ 1287780 w 1552273"/>
              <a:gd name="csY59" fmla="*/ 1092233 h 2044733"/>
              <a:gd name="csX60" fmla="*/ 1310640 w 1552273"/>
              <a:gd name="csY60" fmla="*/ 1115093 h 2044733"/>
              <a:gd name="csX61" fmla="*/ 1325880 w 1552273"/>
              <a:gd name="csY61" fmla="*/ 1168433 h 2044733"/>
              <a:gd name="csX62" fmla="*/ 1310640 w 1552273"/>
              <a:gd name="csY62" fmla="*/ 1221773 h 2044733"/>
              <a:gd name="csX63" fmla="*/ 1325880 w 1552273"/>
              <a:gd name="csY63" fmla="*/ 1252253 h 2044733"/>
              <a:gd name="csX64" fmla="*/ 1356360 w 1552273"/>
              <a:gd name="csY64" fmla="*/ 1351313 h 2044733"/>
              <a:gd name="csX65" fmla="*/ 1371600 w 1552273"/>
              <a:gd name="csY65" fmla="*/ 1320833 h 2044733"/>
              <a:gd name="csX66" fmla="*/ 1356360 w 1552273"/>
              <a:gd name="csY66" fmla="*/ 1198913 h 2044733"/>
              <a:gd name="csX67" fmla="*/ 1363980 w 1552273"/>
              <a:gd name="csY67" fmla="*/ 1160813 h 2044733"/>
              <a:gd name="csX68" fmla="*/ 1394460 w 1552273"/>
              <a:gd name="csY68" fmla="*/ 1153193 h 2044733"/>
              <a:gd name="csX69" fmla="*/ 1417320 w 1552273"/>
              <a:gd name="csY69" fmla="*/ 1137953 h 2044733"/>
              <a:gd name="csX70" fmla="*/ 1386840 w 1552273"/>
              <a:gd name="csY70" fmla="*/ 1107473 h 2044733"/>
              <a:gd name="csX71" fmla="*/ 1371600 w 1552273"/>
              <a:gd name="csY71" fmla="*/ 1076993 h 2044733"/>
              <a:gd name="csX72" fmla="*/ 1394460 w 1552273"/>
              <a:gd name="csY72" fmla="*/ 1061753 h 2044733"/>
              <a:gd name="csX73" fmla="*/ 1447800 w 1552273"/>
              <a:gd name="csY73" fmla="*/ 1076993 h 2044733"/>
              <a:gd name="csX74" fmla="*/ 1463040 w 1552273"/>
              <a:gd name="csY74" fmla="*/ 1046513 h 2044733"/>
              <a:gd name="csX75" fmla="*/ 1455420 w 1552273"/>
              <a:gd name="csY75" fmla="*/ 1000793 h 2044733"/>
              <a:gd name="csX76" fmla="*/ 1432560 w 1552273"/>
              <a:gd name="csY76" fmla="*/ 993173 h 2044733"/>
              <a:gd name="csX77" fmla="*/ 1402080 w 1552273"/>
              <a:gd name="csY77" fmla="*/ 985553 h 2044733"/>
              <a:gd name="csX78" fmla="*/ 1394460 w 1552273"/>
              <a:gd name="csY78" fmla="*/ 955073 h 2044733"/>
              <a:gd name="csX79" fmla="*/ 1386840 w 1552273"/>
              <a:gd name="csY79" fmla="*/ 894113 h 2044733"/>
              <a:gd name="csX80" fmla="*/ 1371600 w 1552273"/>
              <a:gd name="csY80" fmla="*/ 863633 h 2044733"/>
              <a:gd name="csX81" fmla="*/ 1363980 w 1552273"/>
              <a:gd name="csY81" fmla="*/ 833153 h 2044733"/>
              <a:gd name="csX82" fmla="*/ 1501140 w 1552273"/>
              <a:gd name="csY82" fmla="*/ 810293 h 2044733"/>
              <a:gd name="csX83" fmla="*/ 1546860 w 1552273"/>
              <a:gd name="csY83" fmla="*/ 795053 h 2044733"/>
              <a:gd name="csX84" fmla="*/ 1368224 w 1552273"/>
              <a:gd name="csY84" fmla="*/ 729742 h 2044733"/>
              <a:gd name="csX85" fmla="*/ 1456213 w 1552273"/>
              <a:gd name="csY85" fmla="*/ 664841 h 2044733"/>
              <a:gd name="csX86" fmla="*/ 1398033 w 1552273"/>
              <a:gd name="csY86" fmla="*/ 604466 h 2044733"/>
              <a:gd name="csX87" fmla="*/ 1327393 w 1552273"/>
              <a:gd name="csY87" fmla="*/ 523829 h 2044733"/>
              <a:gd name="csX88" fmla="*/ 1152877 w 1552273"/>
              <a:gd name="csY88" fmla="*/ 471160 h 2044733"/>
              <a:gd name="csX89" fmla="*/ 1283062 w 1552273"/>
              <a:gd name="csY89" fmla="*/ 430548 h 2044733"/>
              <a:gd name="csX90" fmla="*/ 1440254 w 1552273"/>
              <a:gd name="csY90" fmla="*/ 387426 h 2044733"/>
              <a:gd name="csX91" fmla="*/ 1438169 w 1552273"/>
              <a:gd name="csY91" fmla="*/ 240309 h 2044733"/>
              <a:gd name="csX92" fmla="*/ 1411323 w 1552273"/>
              <a:gd name="csY92" fmla="*/ 73017 h 2044733"/>
              <a:gd name="csX93" fmla="*/ 1538571 w 1552273"/>
              <a:gd name="csY93" fmla="*/ 0 h 2044733"/>
              <a:gd name="csX0" fmla="*/ 0 w 1538571"/>
              <a:gd name="csY0" fmla="*/ 2044733 h 2044733"/>
              <a:gd name="csX1" fmla="*/ 60960 w 1538571"/>
              <a:gd name="csY1" fmla="*/ 2037113 h 2044733"/>
              <a:gd name="csX2" fmla="*/ 121920 w 1538571"/>
              <a:gd name="csY2" fmla="*/ 1991393 h 2044733"/>
              <a:gd name="csX3" fmla="*/ 175260 w 1538571"/>
              <a:gd name="csY3" fmla="*/ 1968533 h 2044733"/>
              <a:gd name="csX4" fmla="*/ 198120 w 1538571"/>
              <a:gd name="csY4" fmla="*/ 1953293 h 2044733"/>
              <a:gd name="csX5" fmla="*/ 304800 w 1538571"/>
              <a:gd name="csY5" fmla="*/ 1938053 h 2044733"/>
              <a:gd name="csX6" fmla="*/ 304800 w 1538571"/>
              <a:gd name="csY6" fmla="*/ 1861853 h 2044733"/>
              <a:gd name="csX7" fmla="*/ 281940 w 1538571"/>
              <a:gd name="csY7" fmla="*/ 1846613 h 2044733"/>
              <a:gd name="csX8" fmla="*/ 266700 w 1538571"/>
              <a:gd name="csY8" fmla="*/ 1823753 h 2044733"/>
              <a:gd name="csX9" fmla="*/ 289560 w 1538571"/>
              <a:gd name="csY9" fmla="*/ 1808513 h 2044733"/>
              <a:gd name="csX10" fmla="*/ 342900 w 1538571"/>
              <a:gd name="csY10" fmla="*/ 1816133 h 2044733"/>
              <a:gd name="csX11" fmla="*/ 350520 w 1538571"/>
              <a:gd name="csY11" fmla="*/ 1838993 h 2044733"/>
              <a:gd name="csX12" fmla="*/ 381000 w 1538571"/>
              <a:gd name="csY12" fmla="*/ 1892333 h 2044733"/>
              <a:gd name="csX13" fmla="*/ 396240 w 1538571"/>
              <a:gd name="csY13" fmla="*/ 1922813 h 2044733"/>
              <a:gd name="csX14" fmla="*/ 411480 w 1538571"/>
              <a:gd name="csY14" fmla="*/ 1899953 h 2044733"/>
              <a:gd name="csX15" fmla="*/ 426720 w 1538571"/>
              <a:gd name="csY15" fmla="*/ 1861853 h 2044733"/>
              <a:gd name="csX16" fmla="*/ 449580 w 1538571"/>
              <a:gd name="csY16" fmla="*/ 1877093 h 2044733"/>
              <a:gd name="csX17" fmla="*/ 487680 w 1538571"/>
              <a:gd name="csY17" fmla="*/ 1854233 h 2044733"/>
              <a:gd name="csX18" fmla="*/ 548640 w 1538571"/>
              <a:gd name="csY18" fmla="*/ 1861853 h 2044733"/>
              <a:gd name="csX19" fmla="*/ 563880 w 1538571"/>
              <a:gd name="csY19" fmla="*/ 1838993 h 2044733"/>
              <a:gd name="csX20" fmla="*/ 548640 w 1538571"/>
              <a:gd name="csY20" fmla="*/ 1816133 h 2044733"/>
              <a:gd name="csX21" fmla="*/ 495300 w 1538571"/>
              <a:gd name="csY21" fmla="*/ 1785653 h 2044733"/>
              <a:gd name="csX22" fmla="*/ 518160 w 1538571"/>
              <a:gd name="csY22" fmla="*/ 1770413 h 2044733"/>
              <a:gd name="csX23" fmla="*/ 632460 w 1538571"/>
              <a:gd name="csY23" fmla="*/ 1793273 h 2044733"/>
              <a:gd name="csX24" fmla="*/ 754380 w 1538571"/>
              <a:gd name="csY24" fmla="*/ 1785653 h 2044733"/>
              <a:gd name="csX25" fmla="*/ 784860 w 1538571"/>
              <a:gd name="csY25" fmla="*/ 1793273 h 2044733"/>
              <a:gd name="csX26" fmla="*/ 876300 w 1538571"/>
              <a:gd name="csY26" fmla="*/ 1778033 h 2044733"/>
              <a:gd name="csX27" fmla="*/ 899160 w 1538571"/>
              <a:gd name="csY27" fmla="*/ 1762793 h 2044733"/>
              <a:gd name="csX28" fmla="*/ 891540 w 1538571"/>
              <a:gd name="csY28" fmla="*/ 1701833 h 2044733"/>
              <a:gd name="csX29" fmla="*/ 868680 w 1538571"/>
              <a:gd name="csY29" fmla="*/ 1686593 h 2044733"/>
              <a:gd name="csX30" fmla="*/ 853440 w 1538571"/>
              <a:gd name="csY30" fmla="*/ 1663733 h 2044733"/>
              <a:gd name="csX31" fmla="*/ 883920 w 1538571"/>
              <a:gd name="csY31" fmla="*/ 1640873 h 2044733"/>
              <a:gd name="csX32" fmla="*/ 944880 w 1538571"/>
              <a:gd name="csY32" fmla="*/ 1633253 h 2044733"/>
              <a:gd name="csX33" fmla="*/ 914400 w 1538571"/>
              <a:gd name="csY33" fmla="*/ 1557053 h 2044733"/>
              <a:gd name="csX34" fmla="*/ 891540 w 1538571"/>
              <a:gd name="csY34" fmla="*/ 1534193 h 2044733"/>
              <a:gd name="csX35" fmla="*/ 891540 w 1538571"/>
              <a:gd name="csY35" fmla="*/ 1457993 h 2044733"/>
              <a:gd name="csX36" fmla="*/ 914400 w 1538571"/>
              <a:gd name="csY36" fmla="*/ 1435133 h 2044733"/>
              <a:gd name="csX37" fmla="*/ 929640 w 1538571"/>
              <a:gd name="csY37" fmla="*/ 1397033 h 2044733"/>
              <a:gd name="csX38" fmla="*/ 914400 w 1538571"/>
              <a:gd name="csY38" fmla="*/ 1374173 h 2044733"/>
              <a:gd name="csX39" fmla="*/ 800100 w 1538571"/>
              <a:gd name="csY39" fmla="*/ 1366553 h 2044733"/>
              <a:gd name="csX40" fmla="*/ 777240 w 1538571"/>
              <a:gd name="csY40" fmla="*/ 1336073 h 2044733"/>
              <a:gd name="csX41" fmla="*/ 746760 w 1538571"/>
              <a:gd name="csY41" fmla="*/ 1313213 h 2044733"/>
              <a:gd name="csX42" fmla="*/ 739140 w 1538571"/>
              <a:gd name="csY42" fmla="*/ 1282733 h 2044733"/>
              <a:gd name="csX43" fmla="*/ 754380 w 1538571"/>
              <a:gd name="csY43" fmla="*/ 1259873 h 2044733"/>
              <a:gd name="csX44" fmla="*/ 777240 w 1538571"/>
              <a:gd name="csY44" fmla="*/ 1252253 h 2044733"/>
              <a:gd name="csX45" fmla="*/ 868680 w 1538571"/>
              <a:gd name="csY45" fmla="*/ 1244633 h 2044733"/>
              <a:gd name="csX46" fmla="*/ 891540 w 1538571"/>
              <a:gd name="csY46" fmla="*/ 1237013 h 2044733"/>
              <a:gd name="csX47" fmla="*/ 922020 w 1538571"/>
              <a:gd name="csY47" fmla="*/ 1229393 h 2044733"/>
              <a:gd name="csX48" fmla="*/ 944880 w 1538571"/>
              <a:gd name="csY48" fmla="*/ 1198913 h 2044733"/>
              <a:gd name="csX49" fmla="*/ 982980 w 1538571"/>
              <a:gd name="csY49" fmla="*/ 1061753 h 2044733"/>
              <a:gd name="csX50" fmla="*/ 1036320 w 1538571"/>
              <a:gd name="csY50" fmla="*/ 1069373 h 2044733"/>
              <a:gd name="csX51" fmla="*/ 1143000 w 1538571"/>
              <a:gd name="csY51" fmla="*/ 1069373 h 2044733"/>
              <a:gd name="csX52" fmla="*/ 1165860 w 1538571"/>
              <a:gd name="csY52" fmla="*/ 1038893 h 2044733"/>
              <a:gd name="csX53" fmla="*/ 1188720 w 1538571"/>
              <a:gd name="csY53" fmla="*/ 993173 h 2044733"/>
              <a:gd name="csX54" fmla="*/ 1211580 w 1538571"/>
              <a:gd name="csY54" fmla="*/ 1016033 h 2044733"/>
              <a:gd name="csX55" fmla="*/ 1226820 w 1538571"/>
              <a:gd name="csY55" fmla="*/ 1061753 h 2044733"/>
              <a:gd name="csX56" fmla="*/ 1234440 w 1538571"/>
              <a:gd name="csY56" fmla="*/ 1084613 h 2044733"/>
              <a:gd name="csX57" fmla="*/ 1264920 w 1538571"/>
              <a:gd name="csY57" fmla="*/ 1137953 h 2044733"/>
              <a:gd name="csX58" fmla="*/ 1280160 w 1538571"/>
              <a:gd name="csY58" fmla="*/ 1115093 h 2044733"/>
              <a:gd name="csX59" fmla="*/ 1287780 w 1538571"/>
              <a:gd name="csY59" fmla="*/ 1092233 h 2044733"/>
              <a:gd name="csX60" fmla="*/ 1310640 w 1538571"/>
              <a:gd name="csY60" fmla="*/ 1115093 h 2044733"/>
              <a:gd name="csX61" fmla="*/ 1325880 w 1538571"/>
              <a:gd name="csY61" fmla="*/ 1168433 h 2044733"/>
              <a:gd name="csX62" fmla="*/ 1310640 w 1538571"/>
              <a:gd name="csY62" fmla="*/ 1221773 h 2044733"/>
              <a:gd name="csX63" fmla="*/ 1325880 w 1538571"/>
              <a:gd name="csY63" fmla="*/ 1252253 h 2044733"/>
              <a:gd name="csX64" fmla="*/ 1356360 w 1538571"/>
              <a:gd name="csY64" fmla="*/ 1351313 h 2044733"/>
              <a:gd name="csX65" fmla="*/ 1371600 w 1538571"/>
              <a:gd name="csY65" fmla="*/ 1320833 h 2044733"/>
              <a:gd name="csX66" fmla="*/ 1356360 w 1538571"/>
              <a:gd name="csY66" fmla="*/ 1198913 h 2044733"/>
              <a:gd name="csX67" fmla="*/ 1363980 w 1538571"/>
              <a:gd name="csY67" fmla="*/ 1160813 h 2044733"/>
              <a:gd name="csX68" fmla="*/ 1394460 w 1538571"/>
              <a:gd name="csY68" fmla="*/ 1153193 h 2044733"/>
              <a:gd name="csX69" fmla="*/ 1417320 w 1538571"/>
              <a:gd name="csY69" fmla="*/ 1137953 h 2044733"/>
              <a:gd name="csX70" fmla="*/ 1386840 w 1538571"/>
              <a:gd name="csY70" fmla="*/ 1107473 h 2044733"/>
              <a:gd name="csX71" fmla="*/ 1371600 w 1538571"/>
              <a:gd name="csY71" fmla="*/ 1076993 h 2044733"/>
              <a:gd name="csX72" fmla="*/ 1394460 w 1538571"/>
              <a:gd name="csY72" fmla="*/ 1061753 h 2044733"/>
              <a:gd name="csX73" fmla="*/ 1447800 w 1538571"/>
              <a:gd name="csY73" fmla="*/ 1076993 h 2044733"/>
              <a:gd name="csX74" fmla="*/ 1463040 w 1538571"/>
              <a:gd name="csY74" fmla="*/ 1046513 h 2044733"/>
              <a:gd name="csX75" fmla="*/ 1455420 w 1538571"/>
              <a:gd name="csY75" fmla="*/ 1000793 h 2044733"/>
              <a:gd name="csX76" fmla="*/ 1432560 w 1538571"/>
              <a:gd name="csY76" fmla="*/ 993173 h 2044733"/>
              <a:gd name="csX77" fmla="*/ 1402080 w 1538571"/>
              <a:gd name="csY77" fmla="*/ 985553 h 2044733"/>
              <a:gd name="csX78" fmla="*/ 1394460 w 1538571"/>
              <a:gd name="csY78" fmla="*/ 955073 h 2044733"/>
              <a:gd name="csX79" fmla="*/ 1386840 w 1538571"/>
              <a:gd name="csY79" fmla="*/ 894113 h 2044733"/>
              <a:gd name="csX80" fmla="*/ 1371600 w 1538571"/>
              <a:gd name="csY80" fmla="*/ 863633 h 2044733"/>
              <a:gd name="csX81" fmla="*/ 1363980 w 1538571"/>
              <a:gd name="csY81" fmla="*/ 833153 h 2044733"/>
              <a:gd name="csX82" fmla="*/ 1501140 w 1538571"/>
              <a:gd name="csY82" fmla="*/ 810293 h 2044733"/>
              <a:gd name="csX83" fmla="*/ 1401434 w 1538571"/>
              <a:gd name="csY83" fmla="*/ 790615 h 2044733"/>
              <a:gd name="csX84" fmla="*/ 1368224 w 1538571"/>
              <a:gd name="csY84" fmla="*/ 729742 h 2044733"/>
              <a:gd name="csX85" fmla="*/ 1456213 w 1538571"/>
              <a:gd name="csY85" fmla="*/ 664841 h 2044733"/>
              <a:gd name="csX86" fmla="*/ 1398033 w 1538571"/>
              <a:gd name="csY86" fmla="*/ 604466 h 2044733"/>
              <a:gd name="csX87" fmla="*/ 1327393 w 1538571"/>
              <a:gd name="csY87" fmla="*/ 523829 h 2044733"/>
              <a:gd name="csX88" fmla="*/ 1152877 w 1538571"/>
              <a:gd name="csY88" fmla="*/ 471160 h 2044733"/>
              <a:gd name="csX89" fmla="*/ 1283062 w 1538571"/>
              <a:gd name="csY89" fmla="*/ 430548 h 2044733"/>
              <a:gd name="csX90" fmla="*/ 1440254 w 1538571"/>
              <a:gd name="csY90" fmla="*/ 387426 h 2044733"/>
              <a:gd name="csX91" fmla="*/ 1438169 w 1538571"/>
              <a:gd name="csY91" fmla="*/ 240309 h 2044733"/>
              <a:gd name="csX92" fmla="*/ 1411323 w 1538571"/>
              <a:gd name="csY92" fmla="*/ 73017 h 2044733"/>
              <a:gd name="csX93" fmla="*/ 1538571 w 1538571"/>
              <a:gd name="csY93" fmla="*/ 0 h 2044733"/>
              <a:gd name="csX0" fmla="*/ 0 w 1577049"/>
              <a:gd name="csY0" fmla="*/ 2044733 h 2044733"/>
              <a:gd name="csX1" fmla="*/ 60960 w 1577049"/>
              <a:gd name="csY1" fmla="*/ 2037113 h 2044733"/>
              <a:gd name="csX2" fmla="*/ 121920 w 1577049"/>
              <a:gd name="csY2" fmla="*/ 1991393 h 2044733"/>
              <a:gd name="csX3" fmla="*/ 175260 w 1577049"/>
              <a:gd name="csY3" fmla="*/ 1968533 h 2044733"/>
              <a:gd name="csX4" fmla="*/ 198120 w 1577049"/>
              <a:gd name="csY4" fmla="*/ 1953293 h 2044733"/>
              <a:gd name="csX5" fmla="*/ 304800 w 1577049"/>
              <a:gd name="csY5" fmla="*/ 1938053 h 2044733"/>
              <a:gd name="csX6" fmla="*/ 304800 w 1577049"/>
              <a:gd name="csY6" fmla="*/ 1861853 h 2044733"/>
              <a:gd name="csX7" fmla="*/ 281940 w 1577049"/>
              <a:gd name="csY7" fmla="*/ 1846613 h 2044733"/>
              <a:gd name="csX8" fmla="*/ 266700 w 1577049"/>
              <a:gd name="csY8" fmla="*/ 1823753 h 2044733"/>
              <a:gd name="csX9" fmla="*/ 289560 w 1577049"/>
              <a:gd name="csY9" fmla="*/ 1808513 h 2044733"/>
              <a:gd name="csX10" fmla="*/ 342900 w 1577049"/>
              <a:gd name="csY10" fmla="*/ 1816133 h 2044733"/>
              <a:gd name="csX11" fmla="*/ 350520 w 1577049"/>
              <a:gd name="csY11" fmla="*/ 1838993 h 2044733"/>
              <a:gd name="csX12" fmla="*/ 381000 w 1577049"/>
              <a:gd name="csY12" fmla="*/ 1892333 h 2044733"/>
              <a:gd name="csX13" fmla="*/ 396240 w 1577049"/>
              <a:gd name="csY13" fmla="*/ 1922813 h 2044733"/>
              <a:gd name="csX14" fmla="*/ 411480 w 1577049"/>
              <a:gd name="csY14" fmla="*/ 1899953 h 2044733"/>
              <a:gd name="csX15" fmla="*/ 426720 w 1577049"/>
              <a:gd name="csY15" fmla="*/ 1861853 h 2044733"/>
              <a:gd name="csX16" fmla="*/ 449580 w 1577049"/>
              <a:gd name="csY16" fmla="*/ 1877093 h 2044733"/>
              <a:gd name="csX17" fmla="*/ 487680 w 1577049"/>
              <a:gd name="csY17" fmla="*/ 1854233 h 2044733"/>
              <a:gd name="csX18" fmla="*/ 548640 w 1577049"/>
              <a:gd name="csY18" fmla="*/ 1861853 h 2044733"/>
              <a:gd name="csX19" fmla="*/ 563880 w 1577049"/>
              <a:gd name="csY19" fmla="*/ 1838993 h 2044733"/>
              <a:gd name="csX20" fmla="*/ 548640 w 1577049"/>
              <a:gd name="csY20" fmla="*/ 1816133 h 2044733"/>
              <a:gd name="csX21" fmla="*/ 495300 w 1577049"/>
              <a:gd name="csY21" fmla="*/ 1785653 h 2044733"/>
              <a:gd name="csX22" fmla="*/ 518160 w 1577049"/>
              <a:gd name="csY22" fmla="*/ 1770413 h 2044733"/>
              <a:gd name="csX23" fmla="*/ 632460 w 1577049"/>
              <a:gd name="csY23" fmla="*/ 1793273 h 2044733"/>
              <a:gd name="csX24" fmla="*/ 754380 w 1577049"/>
              <a:gd name="csY24" fmla="*/ 1785653 h 2044733"/>
              <a:gd name="csX25" fmla="*/ 784860 w 1577049"/>
              <a:gd name="csY25" fmla="*/ 1793273 h 2044733"/>
              <a:gd name="csX26" fmla="*/ 876300 w 1577049"/>
              <a:gd name="csY26" fmla="*/ 1778033 h 2044733"/>
              <a:gd name="csX27" fmla="*/ 899160 w 1577049"/>
              <a:gd name="csY27" fmla="*/ 1762793 h 2044733"/>
              <a:gd name="csX28" fmla="*/ 891540 w 1577049"/>
              <a:gd name="csY28" fmla="*/ 1701833 h 2044733"/>
              <a:gd name="csX29" fmla="*/ 868680 w 1577049"/>
              <a:gd name="csY29" fmla="*/ 1686593 h 2044733"/>
              <a:gd name="csX30" fmla="*/ 853440 w 1577049"/>
              <a:gd name="csY30" fmla="*/ 1663733 h 2044733"/>
              <a:gd name="csX31" fmla="*/ 883920 w 1577049"/>
              <a:gd name="csY31" fmla="*/ 1640873 h 2044733"/>
              <a:gd name="csX32" fmla="*/ 944880 w 1577049"/>
              <a:gd name="csY32" fmla="*/ 1633253 h 2044733"/>
              <a:gd name="csX33" fmla="*/ 914400 w 1577049"/>
              <a:gd name="csY33" fmla="*/ 1557053 h 2044733"/>
              <a:gd name="csX34" fmla="*/ 891540 w 1577049"/>
              <a:gd name="csY34" fmla="*/ 1534193 h 2044733"/>
              <a:gd name="csX35" fmla="*/ 891540 w 1577049"/>
              <a:gd name="csY35" fmla="*/ 1457993 h 2044733"/>
              <a:gd name="csX36" fmla="*/ 914400 w 1577049"/>
              <a:gd name="csY36" fmla="*/ 1435133 h 2044733"/>
              <a:gd name="csX37" fmla="*/ 929640 w 1577049"/>
              <a:gd name="csY37" fmla="*/ 1397033 h 2044733"/>
              <a:gd name="csX38" fmla="*/ 914400 w 1577049"/>
              <a:gd name="csY38" fmla="*/ 1374173 h 2044733"/>
              <a:gd name="csX39" fmla="*/ 800100 w 1577049"/>
              <a:gd name="csY39" fmla="*/ 1366553 h 2044733"/>
              <a:gd name="csX40" fmla="*/ 777240 w 1577049"/>
              <a:gd name="csY40" fmla="*/ 1336073 h 2044733"/>
              <a:gd name="csX41" fmla="*/ 746760 w 1577049"/>
              <a:gd name="csY41" fmla="*/ 1313213 h 2044733"/>
              <a:gd name="csX42" fmla="*/ 739140 w 1577049"/>
              <a:gd name="csY42" fmla="*/ 1282733 h 2044733"/>
              <a:gd name="csX43" fmla="*/ 754380 w 1577049"/>
              <a:gd name="csY43" fmla="*/ 1259873 h 2044733"/>
              <a:gd name="csX44" fmla="*/ 777240 w 1577049"/>
              <a:gd name="csY44" fmla="*/ 1252253 h 2044733"/>
              <a:gd name="csX45" fmla="*/ 868680 w 1577049"/>
              <a:gd name="csY45" fmla="*/ 1244633 h 2044733"/>
              <a:gd name="csX46" fmla="*/ 891540 w 1577049"/>
              <a:gd name="csY46" fmla="*/ 1237013 h 2044733"/>
              <a:gd name="csX47" fmla="*/ 922020 w 1577049"/>
              <a:gd name="csY47" fmla="*/ 1229393 h 2044733"/>
              <a:gd name="csX48" fmla="*/ 944880 w 1577049"/>
              <a:gd name="csY48" fmla="*/ 1198913 h 2044733"/>
              <a:gd name="csX49" fmla="*/ 982980 w 1577049"/>
              <a:gd name="csY49" fmla="*/ 1061753 h 2044733"/>
              <a:gd name="csX50" fmla="*/ 1036320 w 1577049"/>
              <a:gd name="csY50" fmla="*/ 1069373 h 2044733"/>
              <a:gd name="csX51" fmla="*/ 1143000 w 1577049"/>
              <a:gd name="csY51" fmla="*/ 1069373 h 2044733"/>
              <a:gd name="csX52" fmla="*/ 1165860 w 1577049"/>
              <a:gd name="csY52" fmla="*/ 1038893 h 2044733"/>
              <a:gd name="csX53" fmla="*/ 1188720 w 1577049"/>
              <a:gd name="csY53" fmla="*/ 993173 h 2044733"/>
              <a:gd name="csX54" fmla="*/ 1211580 w 1577049"/>
              <a:gd name="csY54" fmla="*/ 1016033 h 2044733"/>
              <a:gd name="csX55" fmla="*/ 1226820 w 1577049"/>
              <a:gd name="csY55" fmla="*/ 1061753 h 2044733"/>
              <a:gd name="csX56" fmla="*/ 1234440 w 1577049"/>
              <a:gd name="csY56" fmla="*/ 1084613 h 2044733"/>
              <a:gd name="csX57" fmla="*/ 1264920 w 1577049"/>
              <a:gd name="csY57" fmla="*/ 1137953 h 2044733"/>
              <a:gd name="csX58" fmla="*/ 1280160 w 1577049"/>
              <a:gd name="csY58" fmla="*/ 1115093 h 2044733"/>
              <a:gd name="csX59" fmla="*/ 1287780 w 1577049"/>
              <a:gd name="csY59" fmla="*/ 1092233 h 2044733"/>
              <a:gd name="csX60" fmla="*/ 1310640 w 1577049"/>
              <a:gd name="csY60" fmla="*/ 1115093 h 2044733"/>
              <a:gd name="csX61" fmla="*/ 1325880 w 1577049"/>
              <a:gd name="csY61" fmla="*/ 1168433 h 2044733"/>
              <a:gd name="csX62" fmla="*/ 1310640 w 1577049"/>
              <a:gd name="csY62" fmla="*/ 1221773 h 2044733"/>
              <a:gd name="csX63" fmla="*/ 1325880 w 1577049"/>
              <a:gd name="csY63" fmla="*/ 1252253 h 2044733"/>
              <a:gd name="csX64" fmla="*/ 1356360 w 1577049"/>
              <a:gd name="csY64" fmla="*/ 1351313 h 2044733"/>
              <a:gd name="csX65" fmla="*/ 1371600 w 1577049"/>
              <a:gd name="csY65" fmla="*/ 1320833 h 2044733"/>
              <a:gd name="csX66" fmla="*/ 1356360 w 1577049"/>
              <a:gd name="csY66" fmla="*/ 1198913 h 2044733"/>
              <a:gd name="csX67" fmla="*/ 1363980 w 1577049"/>
              <a:gd name="csY67" fmla="*/ 1160813 h 2044733"/>
              <a:gd name="csX68" fmla="*/ 1394460 w 1577049"/>
              <a:gd name="csY68" fmla="*/ 1153193 h 2044733"/>
              <a:gd name="csX69" fmla="*/ 1417320 w 1577049"/>
              <a:gd name="csY69" fmla="*/ 1137953 h 2044733"/>
              <a:gd name="csX70" fmla="*/ 1386840 w 1577049"/>
              <a:gd name="csY70" fmla="*/ 1107473 h 2044733"/>
              <a:gd name="csX71" fmla="*/ 1371600 w 1577049"/>
              <a:gd name="csY71" fmla="*/ 1076993 h 2044733"/>
              <a:gd name="csX72" fmla="*/ 1394460 w 1577049"/>
              <a:gd name="csY72" fmla="*/ 1061753 h 2044733"/>
              <a:gd name="csX73" fmla="*/ 1447800 w 1577049"/>
              <a:gd name="csY73" fmla="*/ 1076993 h 2044733"/>
              <a:gd name="csX74" fmla="*/ 1463040 w 1577049"/>
              <a:gd name="csY74" fmla="*/ 1046513 h 2044733"/>
              <a:gd name="csX75" fmla="*/ 1455420 w 1577049"/>
              <a:gd name="csY75" fmla="*/ 1000793 h 2044733"/>
              <a:gd name="csX76" fmla="*/ 1432560 w 1577049"/>
              <a:gd name="csY76" fmla="*/ 993173 h 2044733"/>
              <a:gd name="csX77" fmla="*/ 1402080 w 1577049"/>
              <a:gd name="csY77" fmla="*/ 985553 h 2044733"/>
              <a:gd name="csX78" fmla="*/ 1394460 w 1577049"/>
              <a:gd name="csY78" fmla="*/ 955073 h 2044733"/>
              <a:gd name="csX79" fmla="*/ 1386840 w 1577049"/>
              <a:gd name="csY79" fmla="*/ 894113 h 2044733"/>
              <a:gd name="csX80" fmla="*/ 1371600 w 1577049"/>
              <a:gd name="csY80" fmla="*/ 863633 h 2044733"/>
              <a:gd name="csX81" fmla="*/ 1363980 w 1577049"/>
              <a:gd name="csY81" fmla="*/ 833153 h 2044733"/>
              <a:gd name="csX82" fmla="*/ 1501140 w 1577049"/>
              <a:gd name="csY82" fmla="*/ 810293 h 2044733"/>
              <a:gd name="csX83" fmla="*/ 1401434 w 1577049"/>
              <a:gd name="csY83" fmla="*/ 790615 h 2044733"/>
              <a:gd name="csX84" fmla="*/ 1368224 w 1577049"/>
              <a:gd name="csY84" fmla="*/ 729742 h 2044733"/>
              <a:gd name="csX85" fmla="*/ 1456213 w 1577049"/>
              <a:gd name="csY85" fmla="*/ 664841 h 2044733"/>
              <a:gd name="csX86" fmla="*/ 1398033 w 1577049"/>
              <a:gd name="csY86" fmla="*/ 604466 h 2044733"/>
              <a:gd name="csX87" fmla="*/ 1327393 w 1577049"/>
              <a:gd name="csY87" fmla="*/ 523829 h 2044733"/>
              <a:gd name="csX88" fmla="*/ 1152877 w 1577049"/>
              <a:gd name="csY88" fmla="*/ 471160 h 2044733"/>
              <a:gd name="csX89" fmla="*/ 1283062 w 1577049"/>
              <a:gd name="csY89" fmla="*/ 430548 h 2044733"/>
              <a:gd name="csX90" fmla="*/ 1440254 w 1577049"/>
              <a:gd name="csY90" fmla="*/ 387426 h 2044733"/>
              <a:gd name="csX91" fmla="*/ 1576670 w 1577049"/>
              <a:gd name="csY91" fmla="*/ 329064 h 2044733"/>
              <a:gd name="csX92" fmla="*/ 1411323 w 1577049"/>
              <a:gd name="csY92" fmla="*/ 73017 h 2044733"/>
              <a:gd name="csX93" fmla="*/ 1538571 w 1577049"/>
              <a:gd name="csY93" fmla="*/ 0 h 2044733"/>
              <a:gd name="csX0" fmla="*/ 0 w 1577049"/>
              <a:gd name="csY0" fmla="*/ 1971716 h 1971716"/>
              <a:gd name="csX1" fmla="*/ 60960 w 1577049"/>
              <a:gd name="csY1" fmla="*/ 1964096 h 1971716"/>
              <a:gd name="csX2" fmla="*/ 121920 w 1577049"/>
              <a:gd name="csY2" fmla="*/ 1918376 h 1971716"/>
              <a:gd name="csX3" fmla="*/ 175260 w 1577049"/>
              <a:gd name="csY3" fmla="*/ 1895516 h 1971716"/>
              <a:gd name="csX4" fmla="*/ 198120 w 1577049"/>
              <a:gd name="csY4" fmla="*/ 1880276 h 1971716"/>
              <a:gd name="csX5" fmla="*/ 304800 w 1577049"/>
              <a:gd name="csY5" fmla="*/ 1865036 h 1971716"/>
              <a:gd name="csX6" fmla="*/ 304800 w 1577049"/>
              <a:gd name="csY6" fmla="*/ 1788836 h 1971716"/>
              <a:gd name="csX7" fmla="*/ 281940 w 1577049"/>
              <a:gd name="csY7" fmla="*/ 1773596 h 1971716"/>
              <a:gd name="csX8" fmla="*/ 266700 w 1577049"/>
              <a:gd name="csY8" fmla="*/ 1750736 h 1971716"/>
              <a:gd name="csX9" fmla="*/ 289560 w 1577049"/>
              <a:gd name="csY9" fmla="*/ 1735496 h 1971716"/>
              <a:gd name="csX10" fmla="*/ 342900 w 1577049"/>
              <a:gd name="csY10" fmla="*/ 1743116 h 1971716"/>
              <a:gd name="csX11" fmla="*/ 350520 w 1577049"/>
              <a:gd name="csY11" fmla="*/ 1765976 h 1971716"/>
              <a:gd name="csX12" fmla="*/ 381000 w 1577049"/>
              <a:gd name="csY12" fmla="*/ 1819316 h 1971716"/>
              <a:gd name="csX13" fmla="*/ 396240 w 1577049"/>
              <a:gd name="csY13" fmla="*/ 1849796 h 1971716"/>
              <a:gd name="csX14" fmla="*/ 411480 w 1577049"/>
              <a:gd name="csY14" fmla="*/ 1826936 h 1971716"/>
              <a:gd name="csX15" fmla="*/ 426720 w 1577049"/>
              <a:gd name="csY15" fmla="*/ 1788836 h 1971716"/>
              <a:gd name="csX16" fmla="*/ 449580 w 1577049"/>
              <a:gd name="csY16" fmla="*/ 1804076 h 1971716"/>
              <a:gd name="csX17" fmla="*/ 487680 w 1577049"/>
              <a:gd name="csY17" fmla="*/ 1781216 h 1971716"/>
              <a:gd name="csX18" fmla="*/ 548640 w 1577049"/>
              <a:gd name="csY18" fmla="*/ 1788836 h 1971716"/>
              <a:gd name="csX19" fmla="*/ 563880 w 1577049"/>
              <a:gd name="csY19" fmla="*/ 1765976 h 1971716"/>
              <a:gd name="csX20" fmla="*/ 548640 w 1577049"/>
              <a:gd name="csY20" fmla="*/ 1743116 h 1971716"/>
              <a:gd name="csX21" fmla="*/ 495300 w 1577049"/>
              <a:gd name="csY21" fmla="*/ 1712636 h 1971716"/>
              <a:gd name="csX22" fmla="*/ 518160 w 1577049"/>
              <a:gd name="csY22" fmla="*/ 1697396 h 1971716"/>
              <a:gd name="csX23" fmla="*/ 632460 w 1577049"/>
              <a:gd name="csY23" fmla="*/ 1720256 h 1971716"/>
              <a:gd name="csX24" fmla="*/ 754380 w 1577049"/>
              <a:gd name="csY24" fmla="*/ 1712636 h 1971716"/>
              <a:gd name="csX25" fmla="*/ 784860 w 1577049"/>
              <a:gd name="csY25" fmla="*/ 1720256 h 1971716"/>
              <a:gd name="csX26" fmla="*/ 876300 w 1577049"/>
              <a:gd name="csY26" fmla="*/ 1705016 h 1971716"/>
              <a:gd name="csX27" fmla="*/ 899160 w 1577049"/>
              <a:gd name="csY27" fmla="*/ 1689776 h 1971716"/>
              <a:gd name="csX28" fmla="*/ 891540 w 1577049"/>
              <a:gd name="csY28" fmla="*/ 1628816 h 1971716"/>
              <a:gd name="csX29" fmla="*/ 868680 w 1577049"/>
              <a:gd name="csY29" fmla="*/ 1613576 h 1971716"/>
              <a:gd name="csX30" fmla="*/ 853440 w 1577049"/>
              <a:gd name="csY30" fmla="*/ 1590716 h 1971716"/>
              <a:gd name="csX31" fmla="*/ 883920 w 1577049"/>
              <a:gd name="csY31" fmla="*/ 1567856 h 1971716"/>
              <a:gd name="csX32" fmla="*/ 944880 w 1577049"/>
              <a:gd name="csY32" fmla="*/ 1560236 h 1971716"/>
              <a:gd name="csX33" fmla="*/ 914400 w 1577049"/>
              <a:gd name="csY33" fmla="*/ 1484036 h 1971716"/>
              <a:gd name="csX34" fmla="*/ 891540 w 1577049"/>
              <a:gd name="csY34" fmla="*/ 1461176 h 1971716"/>
              <a:gd name="csX35" fmla="*/ 891540 w 1577049"/>
              <a:gd name="csY35" fmla="*/ 1384976 h 1971716"/>
              <a:gd name="csX36" fmla="*/ 914400 w 1577049"/>
              <a:gd name="csY36" fmla="*/ 1362116 h 1971716"/>
              <a:gd name="csX37" fmla="*/ 929640 w 1577049"/>
              <a:gd name="csY37" fmla="*/ 1324016 h 1971716"/>
              <a:gd name="csX38" fmla="*/ 914400 w 1577049"/>
              <a:gd name="csY38" fmla="*/ 1301156 h 1971716"/>
              <a:gd name="csX39" fmla="*/ 800100 w 1577049"/>
              <a:gd name="csY39" fmla="*/ 1293536 h 1971716"/>
              <a:gd name="csX40" fmla="*/ 777240 w 1577049"/>
              <a:gd name="csY40" fmla="*/ 1263056 h 1971716"/>
              <a:gd name="csX41" fmla="*/ 746760 w 1577049"/>
              <a:gd name="csY41" fmla="*/ 1240196 h 1971716"/>
              <a:gd name="csX42" fmla="*/ 739140 w 1577049"/>
              <a:gd name="csY42" fmla="*/ 1209716 h 1971716"/>
              <a:gd name="csX43" fmla="*/ 754380 w 1577049"/>
              <a:gd name="csY43" fmla="*/ 1186856 h 1971716"/>
              <a:gd name="csX44" fmla="*/ 777240 w 1577049"/>
              <a:gd name="csY44" fmla="*/ 1179236 h 1971716"/>
              <a:gd name="csX45" fmla="*/ 868680 w 1577049"/>
              <a:gd name="csY45" fmla="*/ 1171616 h 1971716"/>
              <a:gd name="csX46" fmla="*/ 891540 w 1577049"/>
              <a:gd name="csY46" fmla="*/ 1163996 h 1971716"/>
              <a:gd name="csX47" fmla="*/ 922020 w 1577049"/>
              <a:gd name="csY47" fmla="*/ 1156376 h 1971716"/>
              <a:gd name="csX48" fmla="*/ 944880 w 1577049"/>
              <a:gd name="csY48" fmla="*/ 1125896 h 1971716"/>
              <a:gd name="csX49" fmla="*/ 982980 w 1577049"/>
              <a:gd name="csY49" fmla="*/ 988736 h 1971716"/>
              <a:gd name="csX50" fmla="*/ 1036320 w 1577049"/>
              <a:gd name="csY50" fmla="*/ 996356 h 1971716"/>
              <a:gd name="csX51" fmla="*/ 1143000 w 1577049"/>
              <a:gd name="csY51" fmla="*/ 996356 h 1971716"/>
              <a:gd name="csX52" fmla="*/ 1165860 w 1577049"/>
              <a:gd name="csY52" fmla="*/ 965876 h 1971716"/>
              <a:gd name="csX53" fmla="*/ 1188720 w 1577049"/>
              <a:gd name="csY53" fmla="*/ 920156 h 1971716"/>
              <a:gd name="csX54" fmla="*/ 1211580 w 1577049"/>
              <a:gd name="csY54" fmla="*/ 943016 h 1971716"/>
              <a:gd name="csX55" fmla="*/ 1226820 w 1577049"/>
              <a:gd name="csY55" fmla="*/ 988736 h 1971716"/>
              <a:gd name="csX56" fmla="*/ 1234440 w 1577049"/>
              <a:gd name="csY56" fmla="*/ 1011596 h 1971716"/>
              <a:gd name="csX57" fmla="*/ 1264920 w 1577049"/>
              <a:gd name="csY57" fmla="*/ 1064936 h 1971716"/>
              <a:gd name="csX58" fmla="*/ 1280160 w 1577049"/>
              <a:gd name="csY58" fmla="*/ 1042076 h 1971716"/>
              <a:gd name="csX59" fmla="*/ 1287780 w 1577049"/>
              <a:gd name="csY59" fmla="*/ 1019216 h 1971716"/>
              <a:gd name="csX60" fmla="*/ 1310640 w 1577049"/>
              <a:gd name="csY60" fmla="*/ 1042076 h 1971716"/>
              <a:gd name="csX61" fmla="*/ 1325880 w 1577049"/>
              <a:gd name="csY61" fmla="*/ 1095416 h 1971716"/>
              <a:gd name="csX62" fmla="*/ 1310640 w 1577049"/>
              <a:gd name="csY62" fmla="*/ 1148756 h 1971716"/>
              <a:gd name="csX63" fmla="*/ 1325880 w 1577049"/>
              <a:gd name="csY63" fmla="*/ 1179236 h 1971716"/>
              <a:gd name="csX64" fmla="*/ 1356360 w 1577049"/>
              <a:gd name="csY64" fmla="*/ 1278296 h 1971716"/>
              <a:gd name="csX65" fmla="*/ 1371600 w 1577049"/>
              <a:gd name="csY65" fmla="*/ 1247816 h 1971716"/>
              <a:gd name="csX66" fmla="*/ 1356360 w 1577049"/>
              <a:gd name="csY66" fmla="*/ 1125896 h 1971716"/>
              <a:gd name="csX67" fmla="*/ 1363980 w 1577049"/>
              <a:gd name="csY67" fmla="*/ 1087796 h 1971716"/>
              <a:gd name="csX68" fmla="*/ 1394460 w 1577049"/>
              <a:gd name="csY68" fmla="*/ 1080176 h 1971716"/>
              <a:gd name="csX69" fmla="*/ 1417320 w 1577049"/>
              <a:gd name="csY69" fmla="*/ 1064936 h 1971716"/>
              <a:gd name="csX70" fmla="*/ 1386840 w 1577049"/>
              <a:gd name="csY70" fmla="*/ 1034456 h 1971716"/>
              <a:gd name="csX71" fmla="*/ 1371600 w 1577049"/>
              <a:gd name="csY71" fmla="*/ 1003976 h 1971716"/>
              <a:gd name="csX72" fmla="*/ 1394460 w 1577049"/>
              <a:gd name="csY72" fmla="*/ 988736 h 1971716"/>
              <a:gd name="csX73" fmla="*/ 1447800 w 1577049"/>
              <a:gd name="csY73" fmla="*/ 1003976 h 1971716"/>
              <a:gd name="csX74" fmla="*/ 1463040 w 1577049"/>
              <a:gd name="csY74" fmla="*/ 973496 h 1971716"/>
              <a:gd name="csX75" fmla="*/ 1455420 w 1577049"/>
              <a:gd name="csY75" fmla="*/ 927776 h 1971716"/>
              <a:gd name="csX76" fmla="*/ 1432560 w 1577049"/>
              <a:gd name="csY76" fmla="*/ 920156 h 1971716"/>
              <a:gd name="csX77" fmla="*/ 1402080 w 1577049"/>
              <a:gd name="csY77" fmla="*/ 912536 h 1971716"/>
              <a:gd name="csX78" fmla="*/ 1394460 w 1577049"/>
              <a:gd name="csY78" fmla="*/ 882056 h 1971716"/>
              <a:gd name="csX79" fmla="*/ 1386840 w 1577049"/>
              <a:gd name="csY79" fmla="*/ 821096 h 1971716"/>
              <a:gd name="csX80" fmla="*/ 1371600 w 1577049"/>
              <a:gd name="csY80" fmla="*/ 790616 h 1971716"/>
              <a:gd name="csX81" fmla="*/ 1363980 w 1577049"/>
              <a:gd name="csY81" fmla="*/ 760136 h 1971716"/>
              <a:gd name="csX82" fmla="*/ 1501140 w 1577049"/>
              <a:gd name="csY82" fmla="*/ 737276 h 1971716"/>
              <a:gd name="csX83" fmla="*/ 1401434 w 1577049"/>
              <a:gd name="csY83" fmla="*/ 717598 h 1971716"/>
              <a:gd name="csX84" fmla="*/ 1368224 w 1577049"/>
              <a:gd name="csY84" fmla="*/ 656725 h 1971716"/>
              <a:gd name="csX85" fmla="*/ 1456213 w 1577049"/>
              <a:gd name="csY85" fmla="*/ 591824 h 1971716"/>
              <a:gd name="csX86" fmla="*/ 1398033 w 1577049"/>
              <a:gd name="csY86" fmla="*/ 531449 h 1971716"/>
              <a:gd name="csX87" fmla="*/ 1327393 w 1577049"/>
              <a:gd name="csY87" fmla="*/ 450812 h 1971716"/>
              <a:gd name="csX88" fmla="*/ 1152877 w 1577049"/>
              <a:gd name="csY88" fmla="*/ 398143 h 1971716"/>
              <a:gd name="csX89" fmla="*/ 1283062 w 1577049"/>
              <a:gd name="csY89" fmla="*/ 357531 h 1971716"/>
              <a:gd name="csX90" fmla="*/ 1440254 w 1577049"/>
              <a:gd name="csY90" fmla="*/ 314409 h 1971716"/>
              <a:gd name="csX91" fmla="*/ 1576670 w 1577049"/>
              <a:gd name="csY91" fmla="*/ 256047 h 1971716"/>
              <a:gd name="csX92" fmla="*/ 1411323 w 1577049"/>
              <a:gd name="csY92" fmla="*/ 0 h 1971716"/>
              <a:gd name="csX0" fmla="*/ 0 w 1605225"/>
              <a:gd name="csY0" fmla="*/ 1922900 h 1922900"/>
              <a:gd name="csX1" fmla="*/ 60960 w 1605225"/>
              <a:gd name="csY1" fmla="*/ 1915280 h 1922900"/>
              <a:gd name="csX2" fmla="*/ 121920 w 1605225"/>
              <a:gd name="csY2" fmla="*/ 1869560 h 1922900"/>
              <a:gd name="csX3" fmla="*/ 175260 w 1605225"/>
              <a:gd name="csY3" fmla="*/ 1846700 h 1922900"/>
              <a:gd name="csX4" fmla="*/ 198120 w 1605225"/>
              <a:gd name="csY4" fmla="*/ 1831460 h 1922900"/>
              <a:gd name="csX5" fmla="*/ 304800 w 1605225"/>
              <a:gd name="csY5" fmla="*/ 1816220 h 1922900"/>
              <a:gd name="csX6" fmla="*/ 304800 w 1605225"/>
              <a:gd name="csY6" fmla="*/ 1740020 h 1922900"/>
              <a:gd name="csX7" fmla="*/ 281940 w 1605225"/>
              <a:gd name="csY7" fmla="*/ 1724780 h 1922900"/>
              <a:gd name="csX8" fmla="*/ 266700 w 1605225"/>
              <a:gd name="csY8" fmla="*/ 1701920 h 1922900"/>
              <a:gd name="csX9" fmla="*/ 289560 w 1605225"/>
              <a:gd name="csY9" fmla="*/ 1686680 h 1922900"/>
              <a:gd name="csX10" fmla="*/ 342900 w 1605225"/>
              <a:gd name="csY10" fmla="*/ 1694300 h 1922900"/>
              <a:gd name="csX11" fmla="*/ 350520 w 1605225"/>
              <a:gd name="csY11" fmla="*/ 1717160 h 1922900"/>
              <a:gd name="csX12" fmla="*/ 381000 w 1605225"/>
              <a:gd name="csY12" fmla="*/ 1770500 h 1922900"/>
              <a:gd name="csX13" fmla="*/ 396240 w 1605225"/>
              <a:gd name="csY13" fmla="*/ 1800980 h 1922900"/>
              <a:gd name="csX14" fmla="*/ 411480 w 1605225"/>
              <a:gd name="csY14" fmla="*/ 1778120 h 1922900"/>
              <a:gd name="csX15" fmla="*/ 426720 w 1605225"/>
              <a:gd name="csY15" fmla="*/ 1740020 h 1922900"/>
              <a:gd name="csX16" fmla="*/ 449580 w 1605225"/>
              <a:gd name="csY16" fmla="*/ 1755260 h 1922900"/>
              <a:gd name="csX17" fmla="*/ 487680 w 1605225"/>
              <a:gd name="csY17" fmla="*/ 1732400 h 1922900"/>
              <a:gd name="csX18" fmla="*/ 548640 w 1605225"/>
              <a:gd name="csY18" fmla="*/ 1740020 h 1922900"/>
              <a:gd name="csX19" fmla="*/ 563880 w 1605225"/>
              <a:gd name="csY19" fmla="*/ 1717160 h 1922900"/>
              <a:gd name="csX20" fmla="*/ 548640 w 1605225"/>
              <a:gd name="csY20" fmla="*/ 1694300 h 1922900"/>
              <a:gd name="csX21" fmla="*/ 495300 w 1605225"/>
              <a:gd name="csY21" fmla="*/ 1663820 h 1922900"/>
              <a:gd name="csX22" fmla="*/ 518160 w 1605225"/>
              <a:gd name="csY22" fmla="*/ 1648580 h 1922900"/>
              <a:gd name="csX23" fmla="*/ 632460 w 1605225"/>
              <a:gd name="csY23" fmla="*/ 1671440 h 1922900"/>
              <a:gd name="csX24" fmla="*/ 754380 w 1605225"/>
              <a:gd name="csY24" fmla="*/ 1663820 h 1922900"/>
              <a:gd name="csX25" fmla="*/ 784860 w 1605225"/>
              <a:gd name="csY25" fmla="*/ 1671440 h 1922900"/>
              <a:gd name="csX26" fmla="*/ 876300 w 1605225"/>
              <a:gd name="csY26" fmla="*/ 1656200 h 1922900"/>
              <a:gd name="csX27" fmla="*/ 899160 w 1605225"/>
              <a:gd name="csY27" fmla="*/ 1640960 h 1922900"/>
              <a:gd name="csX28" fmla="*/ 891540 w 1605225"/>
              <a:gd name="csY28" fmla="*/ 1580000 h 1922900"/>
              <a:gd name="csX29" fmla="*/ 868680 w 1605225"/>
              <a:gd name="csY29" fmla="*/ 1564760 h 1922900"/>
              <a:gd name="csX30" fmla="*/ 853440 w 1605225"/>
              <a:gd name="csY30" fmla="*/ 1541900 h 1922900"/>
              <a:gd name="csX31" fmla="*/ 883920 w 1605225"/>
              <a:gd name="csY31" fmla="*/ 1519040 h 1922900"/>
              <a:gd name="csX32" fmla="*/ 944880 w 1605225"/>
              <a:gd name="csY32" fmla="*/ 1511420 h 1922900"/>
              <a:gd name="csX33" fmla="*/ 914400 w 1605225"/>
              <a:gd name="csY33" fmla="*/ 1435220 h 1922900"/>
              <a:gd name="csX34" fmla="*/ 891540 w 1605225"/>
              <a:gd name="csY34" fmla="*/ 1412360 h 1922900"/>
              <a:gd name="csX35" fmla="*/ 891540 w 1605225"/>
              <a:gd name="csY35" fmla="*/ 1336160 h 1922900"/>
              <a:gd name="csX36" fmla="*/ 914400 w 1605225"/>
              <a:gd name="csY36" fmla="*/ 1313300 h 1922900"/>
              <a:gd name="csX37" fmla="*/ 929640 w 1605225"/>
              <a:gd name="csY37" fmla="*/ 1275200 h 1922900"/>
              <a:gd name="csX38" fmla="*/ 914400 w 1605225"/>
              <a:gd name="csY38" fmla="*/ 1252340 h 1922900"/>
              <a:gd name="csX39" fmla="*/ 800100 w 1605225"/>
              <a:gd name="csY39" fmla="*/ 1244720 h 1922900"/>
              <a:gd name="csX40" fmla="*/ 777240 w 1605225"/>
              <a:gd name="csY40" fmla="*/ 1214240 h 1922900"/>
              <a:gd name="csX41" fmla="*/ 746760 w 1605225"/>
              <a:gd name="csY41" fmla="*/ 1191380 h 1922900"/>
              <a:gd name="csX42" fmla="*/ 739140 w 1605225"/>
              <a:gd name="csY42" fmla="*/ 1160900 h 1922900"/>
              <a:gd name="csX43" fmla="*/ 754380 w 1605225"/>
              <a:gd name="csY43" fmla="*/ 1138040 h 1922900"/>
              <a:gd name="csX44" fmla="*/ 777240 w 1605225"/>
              <a:gd name="csY44" fmla="*/ 1130420 h 1922900"/>
              <a:gd name="csX45" fmla="*/ 868680 w 1605225"/>
              <a:gd name="csY45" fmla="*/ 1122800 h 1922900"/>
              <a:gd name="csX46" fmla="*/ 891540 w 1605225"/>
              <a:gd name="csY46" fmla="*/ 1115180 h 1922900"/>
              <a:gd name="csX47" fmla="*/ 922020 w 1605225"/>
              <a:gd name="csY47" fmla="*/ 1107560 h 1922900"/>
              <a:gd name="csX48" fmla="*/ 944880 w 1605225"/>
              <a:gd name="csY48" fmla="*/ 1077080 h 1922900"/>
              <a:gd name="csX49" fmla="*/ 982980 w 1605225"/>
              <a:gd name="csY49" fmla="*/ 939920 h 1922900"/>
              <a:gd name="csX50" fmla="*/ 1036320 w 1605225"/>
              <a:gd name="csY50" fmla="*/ 947540 h 1922900"/>
              <a:gd name="csX51" fmla="*/ 1143000 w 1605225"/>
              <a:gd name="csY51" fmla="*/ 947540 h 1922900"/>
              <a:gd name="csX52" fmla="*/ 1165860 w 1605225"/>
              <a:gd name="csY52" fmla="*/ 917060 h 1922900"/>
              <a:gd name="csX53" fmla="*/ 1188720 w 1605225"/>
              <a:gd name="csY53" fmla="*/ 871340 h 1922900"/>
              <a:gd name="csX54" fmla="*/ 1211580 w 1605225"/>
              <a:gd name="csY54" fmla="*/ 894200 h 1922900"/>
              <a:gd name="csX55" fmla="*/ 1226820 w 1605225"/>
              <a:gd name="csY55" fmla="*/ 939920 h 1922900"/>
              <a:gd name="csX56" fmla="*/ 1234440 w 1605225"/>
              <a:gd name="csY56" fmla="*/ 962780 h 1922900"/>
              <a:gd name="csX57" fmla="*/ 1264920 w 1605225"/>
              <a:gd name="csY57" fmla="*/ 1016120 h 1922900"/>
              <a:gd name="csX58" fmla="*/ 1280160 w 1605225"/>
              <a:gd name="csY58" fmla="*/ 993260 h 1922900"/>
              <a:gd name="csX59" fmla="*/ 1287780 w 1605225"/>
              <a:gd name="csY59" fmla="*/ 970400 h 1922900"/>
              <a:gd name="csX60" fmla="*/ 1310640 w 1605225"/>
              <a:gd name="csY60" fmla="*/ 993260 h 1922900"/>
              <a:gd name="csX61" fmla="*/ 1325880 w 1605225"/>
              <a:gd name="csY61" fmla="*/ 1046600 h 1922900"/>
              <a:gd name="csX62" fmla="*/ 1310640 w 1605225"/>
              <a:gd name="csY62" fmla="*/ 1099940 h 1922900"/>
              <a:gd name="csX63" fmla="*/ 1325880 w 1605225"/>
              <a:gd name="csY63" fmla="*/ 1130420 h 1922900"/>
              <a:gd name="csX64" fmla="*/ 1356360 w 1605225"/>
              <a:gd name="csY64" fmla="*/ 1229480 h 1922900"/>
              <a:gd name="csX65" fmla="*/ 1371600 w 1605225"/>
              <a:gd name="csY65" fmla="*/ 1199000 h 1922900"/>
              <a:gd name="csX66" fmla="*/ 1356360 w 1605225"/>
              <a:gd name="csY66" fmla="*/ 1077080 h 1922900"/>
              <a:gd name="csX67" fmla="*/ 1363980 w 1605225"/>
              <a:gd name="csY67" fmla="*/ 1038980 h 1922900"/>
              <a:gd name="csX68" fmla="*/ 1394460 w 1605225"/>
              <a:gd name="csY68" fmla="*/ 1031360 h 1922900"/>
              <a:gd name="csX69" fmla="*/ 1417320 w 1605225"/>
              <a:gd name="csY69" fmla="*/ 1016120 h 1922900"/>
              <a:gd name="csX70" fmla="*/ 1386840 w 1605225"/>
              <a:gd name="csY70" fmla="*/ 985640 h 1922900"/>
              <a:gd name="csX71" fmla="*/ 1371600 w 1605225"/>
              <a:gd name="csY71" fmla="*/ 955160 h 1922900"/>
              <a:gd name="csX72" fmla="*/ 1394460 w 1605225"/>
              <a:gd name="csY72" fmla="*/ 939920 h 1922900"/>
              <a:gd name="csX73" fmla="*/ 1447800 w 1605225"/>
              <a:gd name="csY73" fmla="*/ 955160 h 1922900"/>
              <a:gd name="csX74" fmla="*/ 1463040 w 1605225"/>
              <a:gd name="csY74" fmla="*/ 924680 h 1922900"/>
              <a:gd name="csX75" fmla="*/ 1455420 w 1605225"/>
              <a:gd name="csY75" fmla="*/ 878960 h 1922900"/>
              <a:gd name="csX76" fmla="*/ 1432560 w 1605225"/>
              <a:gd name="csY76" fmla="*/ 871340 h 1922900"/>
              <a:gd name="csX77" fmla="*/ 1402080 w 1605225"/>
              <a:gd name="csY77" fmla="*/ 863720 h 1922900"/>
              <a:gd name="csX78" fmla="*/ 1394460 w 1605225"/>
              <a:gd name="csY78" fmla="*/ 833240 h 1922900"/>
              <a:gd name="csX79" fmla="*/ 1386840 w 1605225"/>
              <a:gd name="csY79" fmla="*/ 772280 h 1922900"/>
              <a:gd name="csX80" fmla="*/ 1371600 w 1605225"/>
              <a:gd name="csY80" fmla="*/ 741800 h 1922900"/>
              <a:gd name="csX81" fmla="*/ 1363980 w 1605225"/>
              <a:gd name="csY81" fmla="*/ 711320 h 1922900"/>
              <a:gd name="csX82" fmla="*/ 1501140 w 1605225"/>
              <a:gd name="csY82" fmla="*/ 688460 h 1922900"/>
              <a:gd name="csX83" fmla="*/ 1401434 w 1605225"/>
              <a:gd name="csY83" fmla="*/ 668782 h 1922900"/>
              <a:gd name="csX84" fmla="*/ 1368224 w 1605225"/>
              <a:gd name="csY84" fmla="*/ 607909 h 1922900"/>
              <a:gd name="csX85" fmla="*/ 1456213 w 1605225"/>
              <a:gd name="csY85" fmla="*/ 543008 h 1922900"/>
              <a:gd name="csX86" fmla="*/ 1398033 w 1605225"/>
              <a:gd name="csY86" fmla="*/ 482633 h 1922900"/>
              <a:gd name="csX87" fmla="*/ 1327393 w 1605225"/>
              <a:gd name="csY87" fmla="*/ 401996 h 1922900"/>
              <a:gd name="csX88" fmla="*/ 1152877 w 1605225"/>
              <a:gd name="csY88" fmla="*/ 349327 h 1922900"/>
              <a:gd name="csX89" fmla="*/ 1283062 w 1605225"/>
              <a:gd name="csY89" fmla="*/ 308715 h 1922900"/>
              <a:gd name="csX90" fmla="*/ 1440254 w 1605225"/>
              <a:gd name="csY90" fmla="*/ 265593 h 1922900"/>
              <a:gd name="csX91" fmla="*/ 1576670 w 1605225"/>
              <a:gd name="csY91" fmla="*/ 207231 h 1922900"/>
              <a:gd name="csX92" fmla="*/ 1605225 w 1605225"/>
              <a:gd name="csY92" fmla="*/ 0 h 1922900"/>
              <a:gd name="csX0" fmla="*/ 0 w 1806051"/>
              <a:gd name="csY0" fmla="*/ 1922900 h 1922900"/>
              <a:gd name="csX1" fmla="*/ 261786 w 1806051"/>
              <a:gd name="csY1" fmla="*/ 1915280 h 1922900"/>
              <a:gd name="csX2" fmla="*/ 322746 w 1806051"/>
              <a:gd name="csY2" fmla="*/ 1869560 h 1922900"/>
              <a:gd name="csX3" fmla="*/ 376086 w 1806051"/>
              <a:gd name="csY3" fmla="*/ 1846700 h 1922900"/>
              <a:gd name="csX4" fmla="*/ 398946 w 1806051"/>
              <a:gd name="csY4" fmla="*/ 1831460 h 1922900"/>
              <a:gd name="csX5" fmla="*/ 505626 w 1806051"/>
              <a:gd name="csY5" fmla="*/ 1816220 h 1922900"/>
              <a:gd name="csX6" fmla="*/ 505626 w 1806051"/>
              <a:gd name="csY6" fmla="*/ 1740020 h 1922900"/>
              <a:gd name="csX7" fmla="*/ 482766 w 1806051"/>
              <a:gd name="csY7" fmla="*/ 1724780 h 1922900"/>
              <a:gd name="csX8" fmla="*/ 467526 w 1806051"/>
              <a:gd name="csY8" fmla="*/ 1701920 h 1922900"/>
              <a:gd name="csX9" fmla="*/ 490386 w 1806051"/>
              <a:gd name="csY9" fmla="*/ 1686680 h 1922900"/>
              <a:gd name="csX10" fmla="*/ 543726 w 1806051"/>
              <a:gd name="csY10" fmla="*/ 1694300 h 1922900"/>
              <a:gd name="csX11" fmla="*/ 551346 w 1806051"/>
              <a:gd name="csY11" fmla="*/ 1717160 h 1922900"/>
              <a:gd name="csX12" fmla="*/ 581826 w 1806051"/>
              <a:gd name="csY12" fmla="*/ 1770500 h 1922900"/>
              <a:gd name="csX13" fmla="*/ 597066 w 1806051"/>
              <a:gd name="csY13" fmla="*/ 1800980 h 1922900"/>
              <a:gd name="csX14" fmla="*/ 612306 w 1806051"/>
              <a:gd name="csY14" fmla="*/ 1778120 h 1922900"/>
              <a:gd name="csX15" fmla="*/ 627546 w 1806051"/>
              <a:gd name="csY15" fmla="*/ 1740020 h 1922900"/>
              <a:gd name="csX16" fmla="*/ 650406 w 1806051"/>
              <a:gd name="csY16" fmla="*/ 1755260 h 1922900"/>
              <a:gd name="csX17" fmla="*/ 688506 w 1806051"/>
              <a:gd name="csY17" fmla="*/ 1732400 h 1922900"/>
              <a:gd name="csX18" fmla="*/ 749466 w 1806051"/>
              <a:gd name="csY18" fmla="*/ 1740020 h 1922900"/>
              <a:gd name="csX19" fmla="*/ 764706 w 1806051"/>
              <a:gd name="csY19" fmla="*/ 1717160 h 1922900"/>
              <a:gd name="csX20" fmla="*/ 749466 w 1806051"/>
              <a:gd name="csY20" fmla="*/ 1694300 h 1922900"/>
              <a:gd name="csX21" fmla="*/ 696126 w 1806051"/>
              <a:gd name="csY21" fmla="*/ 1663820 h 1922900"/>
              <a:gd name="csX22" fmla="*/ 718986 w 1806051"/>
              <a:gd name="csY22" fmla="*/ 1648580 h 1922900"/>
              <a:gd name="csX23" fmla="*/ 833286 w 1806051"/>
              <a:gd name="csY23" fmla="*/ 1671440 h 1922900"/>
              <a:gd name="csX24" fmla="*/ 955206 w 1806051"/>
              <a:gd name="csY24" fmla="*/ 1663820 h 1922900"/>
              <a:gd name="csX25" fmla="*/ 985686 w 1806051"/>
              <a:gd name="csY25" fmla="*/ 1671440 h 1922900"/>
              <a:gd name="csX26" fmla="*/ 1077126 w 1806051"/>
              <a:gd name="csY26" fmla="*/ 1656200 h 1922900"/>
              <a:gd name="csX27" fmla="*/ 1099986 w 1806051"/>
              <a:gd name="csY27" fmla="*/ 1640960 h 1922900"/>
              <a:gd name="csX28" fmla="*/ 1092366 w 1806051"/>
              <a:gd name="csY28" fmla="*/ 1580000 h 1922900"/>
              <a:gd name="csX29" fmla="*/ 1069506 w 1806051"/>
              <a:gd name="csY29" fmla="*/ 1564760 h 1922900"/>
              <a:gd name="csX30" fmla="*/ 1054266 w 1806051"/>
              <a:gd name="csY30" fmla="*/ 1541900 h 1922900"/>
              <a:gd name="csX31" fmla="*/ 1084746 w 1806051"/>
              <a:gd name="csY31" fmla="*/ 1519040 h 1922900"/>
              <a:gd name="csX32" fmla="*/ 1145706 w 1806051"/>
              <a:gd name="csY32" fmla="*/ 1511420 h 1922900"/>
              <a:gd name="csX33" fmla="*/ 1115226 w 1806051"/>
              <a:gd name="csY33" fmla="*/ 1435220 h 1922900"/>
              <a:gd name="csX34" fmla="*/ 1092366 w 1806051"/>
              <a:gd name="csY34" fmla="*/ 1412360 h 1922900"/>
              <a:gd name="csX35" fmla="*/ 1092366 w 1806051"/>
              <a:gd name="csY35" fmla="*/ 1336160 h 1922900"/>
              <a:gd name="csX36" fmla="*/ 1115226 w 1806051"/>
              <a:gd name="csY36" fmla="*/ 1313300 h 1922900"/>
              <a:gd name="csX37" fmla="*/ 1130466 w 1806051"/>
              <a:gd name="csY37" fmla="*/ 1275200 h 1922900"/>
              <a:gd name="csX38" fmla="*/ 1115226 w 1806051"/>
              <a:gd name="csY38" fmla="*/ 1252340 h 1922900"/>
              <a:gd name="csX39" fmla="*/ 1000926 w 1806051"/>
              <a:gd name="csY39" fmla="*/ 1244720 h 1922900"/>
              <a:gd name="csX40" fmla="*/ 978066 w 1806051"/>
              <a:gd name="csY40" fmla="*/ 1214240 h 1922900"/>
              <a:gd name="csX41" fmla="*/ 947586 w 1806051"/>
              <a:gd name="csY41" fmla="*/ 1191380 h 1922900"/>
              <a:gd name="csX42" fmla="*/ 939966 w 1806051"/>
              <a:gd name="csY42" fmla="*/ 1160900 h 1922900"/>
              <a:gd name="csX43" fmla="*/ 955206 w 1806051"/>
              <a:gd name="csY43" fmla="*/ 1138040 h 1922900"/>
              <a:gd name="csX44" fmla="*/ 978066 w 1806051"/>
              <a:gd name="csY44" fmla="*/ 1130420 h 1922900"/>
              <a:gd name="csX45" fmla="*/ 1069506 w 1806051"/>
              <a:gd name="csY45" fmla="*/ 1122800 h 1922900"/>
              <a:gd name="csX46" fmla="*/ 1092366 w 1806051"/>
              <a:gd name="csY46" fmla="*/ 1115180 h 1922900"/>
              <a:gd name="csX47" fmla="*/ 1122846 w 1806051"/>
              <a:gd name="csY47" fmla="*/ 1107560 h 1922900"/>
              <a:gd name="csX48" fmla="*/ 1145706 w 1806051"/>
              <a:gd name="csY48" fmla="*/ 1077080 h 1922900"/>
              <a:gd name="csX49" fmla="*/ 1183806 w 1806051"/>
              <a:gd name="csY49" fmla="*/ 939920 h 1922900"/>
              <a:gd name="csX50" fmla="*/ 1237146 w 1806051"/>
              <a:gd name="csY50" fmla="*/ 947540 h 1922900"/>
              <a:gd name="csX51" fmla="*/ 1343826 w 1806051"/>
              <a:gd name="csY51" fmla="*/ 947540 h 1922900"/>
              <a:gd name="csX52" fmla="*/ 1366686 w 1806051"/>
              <a:gd name="csY52" fmla="*/ 917060 h 1922900"/>
              <a:gd name="csX53" fmla="*/ 1389546 w 1806051"/>
              <a:gd name="csY53" fmla="*/ 871340 h 1922900"/>
              <a:gd name="csX54" fmla="*/ 1412406 w 1806051"/>
              <a:gd name="csY54" fmla="*/ 894200 h 1922900"/>
              <a:gd name="csX55" fmla="*/ 1427646 w 1806051"/>
              <a:gd name="csY55" fmla="*/ 939920 h 1922900"/>
              <a:gd name="csX56" fmla="*/ 1435266 w 1806051"/>
              <a:gd name="csY56" fmla="*/ 962780 h 1922900"/>
              <a:gd name="csX57" fmla="*/ 1465746 w 1806051"/>
              <a:gd name="csY57" fmla="*/ 1016120 h 1922900"/>
              <a:gd name="csX58" fmla="*/ 1480986 w 1806051"/>
              <a:gd name="csY58" fmla="*/ 993260 h 1922900"/>
              <a:gd name="csX59" fmla="*/ 1488606 w 1806051"/>
              <a:gd name="csY59" fmla="*/ 970400 h 1922900"/>
              <a:gd name="csX60" fmla="*/ 1511466 w 1806051"/>
              <a:gd name="csY60" fmla="*/ 993260 h 1922900"/>
              <a:gd name="csX61" fmla="*/ 1526706 w 1806051"/>
              <a:gd name="csY61" fmla="*/ 1046600 h 1922900"/>
              <a:gd name="csX62" fmla="*/ 1511466 w 1806051"/>
              <a:gd name="csY62" fmla="*/ 1099940 h 1922900"/>
              <a:gd name="csX63" fmla="*/ 1526706 w 1806051"/>
              <a:gd name="csY63" fmla="*/ 1130420 h 1922900"/>
              <a:gd name="csX64" fmla="*/ 1557186 w 1806051"/>
              <a:gd name="csY64" fmla="*/ 1229480 h 1922900"/>
              <a:gd name="csX65" fmla="*/ 1572426 w 1806051"/>
              <a:gd name="csY65" fmla="*/ 1199000 h 1922900"/>
              <a:gd name="csX66" fmla="*/ 1557186 w 1806051"/>
              <a:gd name="csY66" fmla="*/ 1077080 h 1922900"/>
              <a:gd name="csX67" fmla="*/ 1564806 w 1806051"/>
              <a:gd name="csY67" fmla="*/ 1038980 h 1922900"/>
              <a:gd name="csX68" fmla="*/ 1595286 w 1806051"/>
              <a:gd name="csY68" fmla="*/ 1031360 h 1922900"/>
              <a:gd name="csX69" fmla="*/ 1618146 w 1806051"/>
              <a:gd name="csY69" fmla="*/ 1016120 h 1922900"/>
              <a:gd name="csX70" fmla="*/ 1587666 w 1806051"/>
              <a:gd name="csY70" fmla="*/ 985640 h 1922900"/>
              <a:gd name="csX71" fmla="*/ 1572426 w 1806051"/>
              <a:gd name="csY71" fmla="*/ 955160 h 1922900"/>
              <a:gd name="csX72" fmla="*/ 1595286 w 1806051"/>
              <a:gd name="csY72" fmla="*/ 939920 h 1922900"/>
              <a:gd name="csX73" fmla="*/ 1648626 w 1806051"/>
              <a:gd name="csY73" fmla="*/ 955160 h 1922900"/>
              <a:gd name="csX74" fmla="*/ 1663866 w 1806051"/>
              <a:gd name="csY74" fmla="*/ 924680 h 1922900"/>
              <a:gd name="csX75" fmla="*/ 1656246 w 1806051"/>
              <a:gd name="csY75" fmla="*/ 878960 h 1922900"/>
              <a:gd name="csX76" fmla="*/ 1633386 w 1806051"/>
              <a:gd name="csY76" fmla="*/ 871340 h 1922900"/>
              <a:gd name="csX77" fmla="*/ 1602906 w 1806051"/>
              <a:gd name="csY77" fmla="*/ 863720 h 1922900"/>
              <a:gd name="csX78" fmla="*/ 1595286 w 1806051"/>
              <a:gd name="csY78" fmla="*/ 833240 h 1922900"/>
              <a:gd name="csX79" fmla="*/ 1587666 w 1806051"/>
              <a:gd name="csY79" fmla="*/ 772280 h 1922900"/>
              <a:gd name="csX80" fmla="*/ 1572426 w 1806051"/>
              <a:gd name="csY80" fmla="*/ 741800 h 1922900"/>
              <a:gd name="csX81" fmla="*/ 1564806 w 1806051"/>
              <a:gd name="csY81" fmla="*/ 711320 h 1922900"/>
              <a:gd name="csX82" fmla="*/ 1701966 w 1806051"/>
              <a:gd name="csY82" fmla="*/ 688460 h 1922900"/>
              <a:gd name="csX83" fmla="*/ 1602260 w 1806051"/>
              <a:gd name="csY83" fmla="*/ 668782 h 1922900"/>
              <a:gd name="csX84" fmla="*/ 1569050 w 1806051"/>
              <a:gd name="csY84" fmla="*/ 607909 h 1922900"/>
              <a:gd name="csX85" fmla="*/ 1657039 w 1806051"/>
              <a:gd name="csY85" fmla="*/ 543008 h 1922900"/>
              <a:gd name="csX86" fmla="*/ 1598859 w 1806051"/>
              <a:gd name="csY86" fmla="*/ 482633 h 1922900"/>
              <a:gd name="csX87" fmla="*/ 1528219 w 1806051"/>
              <a:gd name="csY87" fmla="*/ 401996 h 1922900"/>
              <a:gd name="csX88" fmla="*/ 1353703 w 1806051"/>
              <a:gd name="csY88" fmla="*/ 349327 h 1922900"/>
              <a:gd name="csX89" fmla="*/ 1483888 w 1806051"/>
              <a:gd name="csY89" fmla="*/ 308715 h 1922900"/>
              <a:gd name="csX90" fmla="*/ 1641080 w 1806051"/>
              <a:gd name="csY90" fmla="*/ 265593 h 1922900"/>
              <a:gd name="csX91" fmla="*/ 1777496 w 1806051"/>
              <a:gd name="csY91" fmla="*/ 207231 h 1922900"/>
              <a:gd name="csX92" fmla="*/ 1806051 w 1806051"/>
              <a:gd name="csY92" fmla="*/ 0 h 1922900"/>
              <a:gd name="csX0" fmla="*/ 0 w 1806051"/>
              <a:gd name="csY0" fmla="*/ 1922900 h 1922900"/>
              <a:gd name="csX1" fmla="*/ 150985 w 1806051"/>
              <a:gd name="csY1" fmla="*/ 1915280 h 1922900"/>
              <a:gd name="csX2" fmla="*/ 322746 w 1806051"/>
              <a:gd name="csY2" fmla="*/ 1869560 h 1922900"/>
              <a:gd name="csX3" fmla="*/ 376086 w 1806051"/>
              <a:gd name="csY3" fmla="*/ 1846700 h 1922900"/>
              <a:gd name="csX4" fmla="*/ 398946 w 1806051"/>
              <a:gd name="csY4" fmla="*/ 1831460 h 1922900"/>
              <a:gd name="csX5" fmla="*/ 505626 w 1806051"/>
              <a:gd name="csY5" fmla="*/ 1816220 h 1922900"/>
              <a:gd name="csX6" fmla="*/ 505626 w 1806051"/>
              <a:gd name="csY6" fmla="*/ 1740020 h 1922900"/>
              <a:gd name="csX7" fmla="*/ 482766 w 1806051"/>
              <a:gd name="csY7" fmla="*/ 1724780 h 1922900"/>
              <a:gd name="csX8" fmla="*/ 467526 w 1806051"/>
              <a:gd name="csY8" fmla="*/ 1701920 h 1922900"/>
              <a:gd name="csX9" fmla="*/ 490386 w 1806051"/>
              <a:gd name="csY9" fmla="*/ 1686680 h 1922900"/>
              <a:gd name="csX10" fmla="*/ 543726 w 1806051"/>
              <a:gd name="csY10" fmla="*/ 1694300 h 1922900"/>
              <a:gd name="csX11" fmla="*/ 551346 w 1806051"/>
              <a:gd name="csY11" fmla="*/ 1717160 h 1922900"/>
              <a:gd name="csX12" fmla="*/ 581826 w 1806051"/>
              <a:gd name="csY12" fmla="*/ 1770500 h 1922900"/>
              <a:gd name="csX13" fmla="*/ 597066 w 1806051"/>
              <a:gd name="csY13" fmla="*/ 1800980 h 1922900"/>
              <a:gd name="csX14" fmla="*/ 612306 w 1806051"/>
              <a:gd name="csY14" fmla="*/ 1778120 h 1922900"/>
              <a:gd name="csX15" fmla="*/ 627546 w 1806051"/>
              <a:gd name="csY15" fmla="*/ 1740020 h 1922900"/>
              <a:gd name="csX16" fmla="*/ 650406 w 1806051"/>
              <a:gd name="csY16" fmla="*/ 1755260 h 1922900"/>
              <a:gd name="csX17" fmla="*/ 688506 w 1806051"/>
              <a:gd name="csY17" fmla="*/ 1732400 h 1922900"/>
              <a:gd name="csX18" fmla="*/ 749466 w 1806051"/>
              <a:gd name="csY18" fmla="*/ 1740020 h 1922900"/>
              <a:gd name="csX19" fmla="*/ 764706 w 1806051"/>
              <a:gd name="csY19" fmla="*/ 1717160 h 1922900"/>
              <a:gd name="csX20" fmla="*/ 749466 w 1806051"/>
              <a:gd name="csY20" fmla="*/ 1694300 h 1922900"/>
              <a:gd name="csX21" fmla="*/ 696126 w 1806051"/>
              <a:gd name="csY21" fmla="*/ 1663820 h 1922900"/>
              <a:gd name="csX22" fmla="*/ 718986 w 1806051"/>
              <a:gd name="csY22" fmla="*/ 1648580 h 1922900"/>
              <a:gd name="csX23" fmla="*/ 833286 w 1806051"/>
              <a:gd name="csY23" fmla="*/ 1671440 h 1922900"/>
              <a:gd name="csX24" fmla="*/ 955206 w 1806051"/>
              <a:gd name="csY24" fmla="*/ 1663820 h 1922900"/>
              <a:gd name="csX25" fmla="*/ 985686 w 1806051"/>
              <a:gd name="csY25" fmla="*/ 1671440 h 1922900"/>
              <a:gd name="csX26" fmla="*/ 1077126 w 1806051"/>
              <a:gd name="csY26" fmla="*/ 1656200 h 1922900"/>
              <a:gd name="csX27" fmla="*/ 1099986 w 1806051"/>
              <a:gd name="csY27" fmla="*/ 1640960 h 1922900"/>
              <a:gd name="csX28" fmla="*/ 1092366 w 1806051"/>
              <a:gd name="csY28" fmla="*/ 1580000 h 1922900"/>
              <a:gd name="csX29" fmla="*/ 1069506 w 1806051"/>
              <a:gd name="csY29" fmla="*/ 1564760 h 1922900"/>
              <a:gd name="csX30" fmla="*/ 1054266 w 1806051"/>
              <a:gd name="csY30" fmla="*/ 1541900 h 1922900"/>
              <a:gd name="csX31" fmla="*/ 1084746 w 1806051"/>
              <a:gd name="csY31" fmla="*/ 1519040 h 1922900"/>
              <a:gd name="csX32" fmla="*/ 1145706 w 1806051"/>
              <a:gd name="csY32" fmla="*/ 1511420 h 1922900"/>
              <a:gd name="csX33" fmla="*/ 1115226 w 1806051"/>
              <a:gd name="csY33" fmla="*/ 1435220 h 1922900"/>
              <a:gd name="csX34" fmla="*/ 1092366 w 1806051"/>
              <a:gd name="csY34" fmla="*/ 1412360 h 1922900"/>
              <a:gd name="csX35" fmla="*/ 1092366 w 1806051"/>
              <a:gd name="csY35" fmla="*/ 1336160 h 1922900"/>
              <a:gd name="csX36" fmla="*/ 1115226 w 1806051"/>
              <a:gd name="csY36" fmla="*/ 1313300 h 1922900"/>
              <a:gd name="csX37" fmla="*/ 1130466 w 1806051"/>
              <a:gd name="csY37" fmla="*/ 1275200 h 1922900"/>
              <a:gd name="csX38" fmla="*/ 1115226 w 1806051"/>
              <a:gd name="csY38" fmla="*/ 1252340 h 1922900"/>
              <a:gd name="csX39" fmla="*/ 1000926 w 1806051"/>
              <a:gd name="csY39" fmla="*/ 1244720 h 1922900"/>
              <a:gd name="csX40" fmla="*/ 978066 w 1806051"/>
              <a:gd name="csY40" fmla="*/ 1214240 h 1922900"/>
              <a:gd name="csX41" fmla="*/ 947586 w 1806051"/>
              <a:gd name="csY41" fmla="*/ 1191380 h 1922900"/>
              <a:gd name="csX42" fmla="*/ 939966 w 1806051"/>
              <a:gd name="csY42" fmla="*/ 1160900 h 1922900"/>
              <a:gd name="csX43" fmla="*/ 955206 w 1806051"/>
              <a:gd name="csY43" fmla="*/ 1138040 h 1922900"/>
              <a:gd name="csX44" fmla="*/ 978066 w 1806051"/>
              <a:gd name="csY44" fmla="*/ 1130420 h 1922900"/>
              <a:gd name="csX45" fmla="*/ 1069506 w 1806051"/>
              <a:gd name="csY45" fmla="*/ 1122800 h 1922900"/>
              <a:gd name="csX46" fmla="*/ 1092366 w 1806051"/>
              <a:gd name="csY46" fmla="*/ 1115180 h 1922900"/>
              <a:gd name="csX47" fmla="*/ 1122846 w 1806051"/>
              <a:gd name="csY47" fmla="*/ 1107560 h 1922900"/>
              <a:gd name="csX48" fmla="*/ 1145706 w 1806051"/>
              <a:gd name="csY48" fmla="*/ 1077080 h 1922900"/>
              <a:gd name="csX49" fmla="*/ 1183806 w 1806051"/>
              <a:gd name="csY49" fmla="*/ 939920 h 1922900"/>
              <a:gd name="csX50" fmla="*/ 1237146 w 1806051"/>
              <a:gd name="csY50" fmla="*/ 947540 h 1922900"/>
              <a:gd name="csX51" fmla="*/ 1343826 w 1806051"/>
              <a:gd name="csY51" fmla="*/ 947540 h 1922900"/>
              <a:gd name="csX52" fmla="*/ 1366686 w 1806051"/>
              <a:gd name="csY52" fmla="*/ 917060 h 1922900"/>
              <a:gd name="csX53" fmla="*/ 1389546 w 1806051"/>
              <a:gd name="csY53" fmla="*/ 871340 h 1922900"/>
              <a:gd name="csX54" fmla="*/ 1412406 w 1806051"/>
              <a:gd name="csY54" fmla="*/ 894200 h 1922900"/>
              <a:gd name="csX55" fmla="*/ 1427646 w 1806051"/>
              <a:gd name="csY55" fmla="*/ 939920 h 1922900"/>
              <a:gd name="csX56" fmla="*/ 1435266 w 1806051"/>
              <a:gd name="csY56" fmla="*/ 962780 h 1922900"/>
              <a:gd name="csX57" fmla="*/ 1465746 w 1806051"/>
              <a:gd name="csY57" fmla="*/ 1016120 h 1922900"/>
              <a:gd name="csX58" fmla="*/ 1480986 w 1806051"/>
              <a:gd name="csY58" fmla="*/ 993260 h 1922900"/>
              <a:gd name="csX59" fmla="*/ 1488606 w 1806051"/>
              <a:gd name="csY59" fmla="*/ 970400 h 1922900"/>
              <a:gd name="csX60" fmla="*/ 1511466 w 1806051"/>
              <a:gd name="csY60" fmla="*/ 993260 h 1922900"/>
              <a:gd name="csX61" fmla="*/ 1526706 w 1806051"/>
              <a:gd name="csY61" fmla="*/ 1046600 h 1922900"/>
              <a:gd name="csX62" fmla="*/ 1511466 w 1806051"/>
              <a:gd name="csY62" fmla="*/ 1099940 h 1922900"/>
              <a:gd name="csX63" fmla="*/ 1526706 w 1806051"/>
              <a:gd name="csY63" fmla="*/ 1130420 h 1922900"/>
              <a:gd name="csX64" fmla="*/ 1557186 w 1806051"/>
              <a:gd name="csY64" fmla="*/ 1229480 h 1922900"/>
              <a:gd name="csX65" fmla="*/ 1572426 w 1806051"/>
              <a:gd name="csY65" fmla="*/ 1199000 h 1922900"/>
              <a:gd name="csX66" fmla="*/ 1557186 w 1806051"/>
              <a:gd name="csY66" fmla="*/ 1077080 h 1922900"/>
              <a:gd name="csX67" fmla="*/ 1564806 w 1806051"/>
              <a:gd name="csY67" fmla="*/ 1038980 h 1922900"/>
              <a:gd name="csX68" fmla="*/ 1595286 w 1806051"/>
              <a:gd name="csY68" fmla="*/ 1031360 h 1922900"/>
              <a:gd name="csX69" fmla="*/ 1618146 w 1806051"/>
              <a:gd name="csY69" fmla="*/ 1016120 h 1922900"/>
              <a:gd name="csX70" fmla="*/ 1587666 w 1806051"/>
              <a:gd name="csY70" fmla="*/ 985640 h 1922900"/>
              <a:gd name="csX71" fmla="*/ 1572426 w 1806051"/>
              <a:gd name="csY71" fmla="*/ 955160 h 1922900"/>
              <a:gd name="csX72" fmla="*/ 1595286 w 1806051"/>
              <a:gd name="csY72" fmla="*/ 939920 h 1922900"/>
              <a:gd name="csX73" fmla="*/ 1648626 w 1806051"/>
              <a:gd name="csY73" fmla="*/ 955160 h 1922900"/>
              <a:gd name="csX74" fmla="*/ 1663866 w 1806051"/>
              <a:gd name="csY74" fmla="*/ 924680 h 1922900"/>
              <a:gd name="csX75" fmla="*/ 1656246 w 1806051"/>
              <a:gd name="csY75" fmla="*/ 878960 h 1922900"/>
              <a:gd name="csX76" fmla="*/ 1633386 w 1806051"/>
              <a:gd name="csY76" fmla="*/ 871340 h 1922900"/>
              <a:gd name="csX77" fmla="*/ 1602906 w 1806051"/>
              <a:gd name="csY77" fmla="*/ 863720 h 1922900"/>
              <a:gd name="csX78" fmla="*/ 1595286 w 1806051"/>
              <a:gd name="csY78" fmla="*/ 833240 h 1922900"/>
              <a:gd name="csX79" fmla="*/ 1587666 w 1806051"/>
              <a:gd name="csY79" fmla="*/ 772280 h 1922900"/>
              <a:gd name="csX80" fmla="*/ 1572426 w 1806051"/>
              <a:gd name="csY80" fmla="*/ 741800 h 1922900"/>
              <a:gd name="csX81" fmla="*/ 1564806 w 1806051"/>
              <a:gd name="csY81" fmla="*/ 711320 h 1922900"/>
              <a:gd name="csX82" fmla="*/ 1701966 w 1806051"/>
              <a:gd name="csY82" fmla="*/ 688460 h 1922900"/>
              <a:gd name="csX83" fmla="*/ 1602260 w 1806051"/>
              <a:gd name="csY83" fmla="*/ 668782 h 1922900"/>
              <a:gd name="csX84" fmla="*/ 1569050 w 1806051"/>
              <a:gd name="csY84" fmla="*/ 607909 h 1922900"/>
              <a:gd name="csX85" fmla="*/ 1657039 w 1806051"/>
              <a:gd name="csY85" fmla="*/ 543008 h 1922900"/>
              <a:gd name="csX86" fmla="*/ 1598859 w 1806051"/>
              <a:gd name="csY86" fmla="*/ 482633 h 1922900"/>
              <a:gd name="csX87" fmla="*/ 1528219 w 1806051"/>
              <a:gd name="csY87" fmla="*/ 401996 h 1922900"/>
              <a:gd name="csX88" fmla="*/ 1353703 w 1806051"/>
              <a:gd name="csY88" fmla="*/ 349327 h 1922900"/>
              <a:gd name="csX89" fmla="*/ 1483888 w 1806051"/>
              <a:gd name="csY89" fmla="*/ 308715 h 1922900"/>
              <a:gd name="csX90" fmla="*/ 1641080 w 1806051"/>
              <a:gd name="csY90" fmla="*/ 265593 h 1922900"/>
              <a:gd name="csX91" fmla="*/ 1777496 w 1806051"/>
              <a:gd name="csY91" fmla="*/ 207231 h 1922900"/>
              <a:gd name="csX92" fmla="*/ 1806051 w 1806051"/>
              <a:gd name="csY92" fmla="*/ 0 h 1922900"/>
              <a:gd name="csX0" fmla="*/ 0 w 1806051"/>
              <a:gd name="csY0" fmla="*/ 1922900 h 1922900"/>
              <a:gd name="csX1" fmla="*/ 150985 w 1806051"/>
              <a:gd name="csY1" fmla="*/ 1915280 h 1922900"/>
              <a:gd name="csX2" fmla="*/ 322746 w 1806051"/>
              <a:gd name="csY2" fmla="*/ 1869560 h 1922900"/>
              <a:gd name="csX3" fmla="*/ 376086 w 1806051"/>
              <a:gd name="csY3" fmla="*/ 1846700 h 1922900"/>
              <a:gd name="csX4" fmla="*/ 398946 w 1806051"/>
              <a:gd name="csY4" fmla="*/ 1831460 h 1922900"/>
              <a:gd name="csX5" fmla="*/ 505626 w 1806051"/>
              <a:gd name="csY5" fmla="*/ 1816220 h 1922900"/>
              <a:gd name="csX6" fmla="*/ 505626 w 1806051"/>
              <a:gd name="csY6" fmla="*/ 1740020 h 1922900"/>
              <a:gd name="csX7" fmla="*/ 482766 w 1806051"/>
              <a:gd name="csY7" fmla="*/ 1724780 h 1922900"/>
              <a:gd name="csX8" fmla="*/ 467526 w 1806051"/>
              <a:gd name="csY8" fmla="*/ 1701920 h 1922900"/>
              <a:gd name="csX9" fmla="*/ 490386 w 1806051"/>
              <a:gd name="csY9" fmla="*/ 1686680 h 1922900"/>
              <a:gd name="csX10" fmla="*/ 543726 w 1806051"/>
              <a:gd name="csY10" fmla="*/ 1694300 h 1922900"/>
              <a:gd name="csX11" fmla="*/ 551346 w 1806051"/>
              <a:gd name="csY11" fmla="*/ 1717160 h 1922900"/>
              <a:gd name="csX12" fmla="*/ 581826 w 1806051"/>
              <a:gd name="csY12" fmla="*/ 1770500 h 1922900"/>
              <a:gd name="csX13" fmla="*/ 597066 w 1806051"/>
              <a:gd name="csY13" fmla="*/ 1800980 h 1922900"/>
              <a:gd name="csX14" fmla="*/ 612306 w 1806051"/>
              <a:gd name="csY14" fmla="*/ 1778120 h 1922900"/>
              <a:gd name="csX15" fmla="*/ 627546 w 1806051"/>
              <a:gd name="csY15" fmla="*/ 1740020 h 1922900"/>
              <a:gd name="csX16" fmla="*/ 650406 w 1806051"/>
              <a:gd name="csY16" fmla="*/ 1755260 h 1922900"/>
              <a:gd name="csX17" fmla="*/ 688506 w 1806051"/>
              <a:gd name="csY17" fmla="*/ 1732400 h 1922900"/>
              <a:gd name="csX18" fmla="*/ 749466 w 1806051"/>
              <a:gd name="csY18" fmla="*/ 1740020 h 1922900"/>
              <a:gd name="csX19" fmla="*/ 764706 w 1806051"/>
              <a:gd name="csY19" fmla="*/ 1717160 h 1922900"/>
              <a:gd name="csX20" fmla="*/ 749466 w 1806051"/>
              <a:gd name="csY20" fmla="*/ 1694300 h 1922900"/>
              <a:gd name="csX21" fmla="*/ 696126 w 1806051"/>
              <a:gd name="csY21" fmla="*/ 1663820 h 1922900"/>
              <a:gd name="csX22" fmla="*/ 718986 w 1806051"/>
              <a:gd name="csY22" fmla="*/ 1648580 h 1922900"/>
              <a:gd name="csX23" fmla="*/ 833286 w 1806051"/>
              <a:gd name="csY23" fmla="*/ 1671440 h 1922900"/>
              <a:gd name="csX24" fmla="*/ 955206 w 1806051"/>
              <a:gd name="csY24" fmla="*/ 1663820 h 1922900"/>
              <a:gd name="csX25" fmla="*/ 985686 w 1806051"/>
              <a:gd name="csY25" fmla="*/ 1671440 h 1922900"/>
              <a:gd name="csX26" fmla="*/ 1077126 w 1806051"/>
              <a:gd name="csY26" fmla="*/ 1656200 h 1922900"/>
              <a:gd name="csX27" fmla="*/ 1099986 w 1806051"/>
              <a:gd name="csY27" fmla="*/ 1640960 h 1922900"/>
              <a:gd name="csX28" fmla="*/ 1092366 w 1806051"/>
              <a:gd name="csY28" fmla="*/ 1580000 h 1922900"/>
              <a:gd name="csX29" fmla="*/ 1069506 w 1806051"/>
              <a:gd name="csY29" fmla="*/ 1564760 h 1922900"/>
              <a:gd name="csX30" fmla="*/ 1054266 w 1806051"/>
              <a:gd name="csY30" fmla="*/ 1541900 h 1922900"/>
              <a:gd name="csX31" fmla="*/ 1084746 w 1806051"/>
              <a:gd name="csY31" fmla="*/ 1519040 h 1922900"/>
              <a:gd name="csX32" fmla="*/ 1145706 w 1806051"/>
              <a:gd name="csY32" fmla="*/ 1511420 h 1922900"/>
              <a:gd name="csX33" fmla="*/ 1115226 w 1806051"/>
              <a:gd name="csY33" fmla="*/ 1435220 h 1922900"/>
              <a:gd name="csX34" fmla="*/ 1092366 w 1806051"/>
              <a:gd name="csY34" fmla="*/ 1412360 h 1922900"/>
              <a:gd name="csX35" fmla="*/ 1092366 w 1806051"/>
              <a:gd name="csY35" fmla="*/ 1336160 h 1922900"/>
              <a:gd name="csX36" fmla="*/ 1115226 w 1806051"/>
              <a:gd name="csY36" fmla="*/ 1313300 h 1922900"/>
              <a:gd name="csX37" fmla="*/ 1130466 w 1806051"/>
              <a:gd name="csY37" fmla="*/ 1275200 h 1922900"/>
              <a:gd name="csX38" fmla="*/ 1115226 w 1806051"/>
              <a:gd name="csY38" fmla="*/ 1252340 h 1922900"/>
              <a:gd name="csX39" fmla="*/ 1000926 w 1806051"/>
              <a:gd name="csY39" fmla="*/ 1244720 h 1922900"/>
              <a:gd name="csX40" fmla="*/ 978066 w 1806051"/>
              <a:gd name="csY40" fmla="*/ 1214240 h 1922900"/>
              <a:gd name="csX41" fmla="*/ 947586 w 1806051"/>
              <a:gd name="csY41" fmla="*/ 1191380 h 1922900"/>
              <a:gd name="csX42" fmla="*/ 939966 w 1806051"/>
              <a:gd name="csY42" fmla="*/ 1160900 h 1922900"/>
              <a:gd name="csX43" fmla="*/ 955206 w 1806051"/>
              <a:gd name="csY43" fmla="*/ 1138040 h 1922900"/>
              <a:gd name="csX44" fmla="*/ 978066 w 1806051"/>
              <a:gd name="csY44" fmla="*/ 1130420 h 1922900"/>
              <a:gd name="csX45" fmla="*/ 1069506 w 1806051"/>
              <a:gd name="csY45" fmla="*/ 1122800 h 1922900"/>
              <a:gd name="csX46" fmla="*/ 1092366 w 1806051"/>
              <a:gd name="csY46" fmla="*/ 1115180 h 1922900"/>
              <a:gd name="csX47" fmla="*/ 1122846 w 1806051"/>
              <a:gd name="csY47" fmla="*/ 1107560 h 1922900"/>
              <a:gd name="csX48" fmla="*/ 1145706 w 1806051"/>
              <a:gd name="csY48" fmla="*/ 1077080 h 1922900"/>
              <a:gd name="csX49" fmla="*/ 1183806 w 1806051"/>
              <a:gd name="csY49" fmla="*/ 939920 h 1922900"/>
              <a:gd name="csX50" fmla="*/ 1237146 w 1806051"/>
              <a:gd name="csY50" fmla="*/ 947540 h 1922900"/>
              <a:gd name="csX51" fmla="*/ 1343826 w 1806051"/>
              <a:gd name="csY51" fmla="*/ 947540 h 1922900"/>
              <a:gd name="csX52" fmla="*/ 1366686 w 1806051"/>
              <a:gd name="csY52" fmla="*/ 917060 h 1922900"/>
              <a:gd name="csX53" fmla="*/ 1389546 w 1806051"/>
              <a:gd name="csY53" fmla="*/ 871340 h 1922900"/>
              <a:gd name="csX54" fmla="*/ 1412406 w 1806051"/>
              <a:gd name="csY54" fmla="*/ 894200 h 1922900"/>
              <a:gd name="csX55" fmla="*/ 1427646 w 1806051"/>
              <a:gd name="csY55" fmla="*/ 939920 h 1922900"/>
              <a:gd name="csX56" fmla="*/ 1435266 w 1806051"/>
              <a:gd name="csY56" fmla="*/ 962780 h 1922900"/>
              <a:gd name="csX57" fmla="*/ 1465746 w 1806051"/>
              <a:gd name="csY57" fmla="*/ 1016120 h 1922900"/>
              <a:gd name="csX58" fmla="*/ 1480986 w 1806051"/>
              <a:gd name="csY58" fmla="*/ 993260 h 1922900"/>
              <a:gd name="csX59" fmla="*/ 1488606 w 1806051"/>
              <a:gd name="csY59" fmla="*/ 970400 h 1922900"/>
              <a:gd name="csX60" fmla="*/ 1511466 w 1806051"/>
              <a:gd name="csY60" fmla="*/ 993260 h 1922900"/>
              <a:gd name="csX61" fmla="*/ 1526706 w 1806051"/>
              <a:gd name="csY61" fmla="*/ 1046600 h 1922900"/>
              <a:gd name="csX62" fmla="*/ 1511466 w 1806051"/>
              <a:gd name="csY62" fmla="*/ 1099940 h 1922900"/>
              <a:gd name="csX63" fmla="*/ 1526706 w 1806051"/>
              <a:gd name="csY63" fmla="*/ 1130420 h 1922900"/>
              <a:gd name="csX64" fmla="*/ 1557186 w 1806051"/>
              <a:gd name="csY64" fmla="*/ 1229480 h 1922900"/>
              <a:gd name="csX65" fmla="*/ 1800952 w 1806051"/>
              <a:gd name="csY65" fmla="*/ 1070306 h 1922900"/>
              <a:gd name="csX66" fmla="*/ 1557186 w 1806051"/>
              <a:gd name="csY66" fmla="*/ 1077080 h 1922900"/>
              <a:gd name="csX67" fmla="*/ 1564806 w 1806051"/>
              <a:gd name="csY67" fmla="*/ 1038980 h 1922900"/>
              <a:gd name="csX68" fmla="*/ 1595286 w 1806051"/>
              <a:gd name="csY68" fmla="*/ 1031360 h 1922900"/>
              <a:gd name="csX69" fmla="*/ 1618146 w 1806051"/>
              <a:gd name="csY69" fmla="*/ 1016120 h 1922900"/>
              <a:gd name="csX70" fmla="*/ 1587666 w 1806051"/>
              <a:gd name="csY70" fmla="*/ 985640 h 1922900"/>
              <a:gd name="csX71" fmla="*/ 1572426 w 1806051"/>
              <a:gd name="csY71" fmla="*/ 955160 h 1922900"/>
              <a:gd name="csX72" fmla="*/ 1595286 w 1806051"/>
              <a:gd name="csY72" fmla="*/ 939920 h 1922900"/>
              <a:gd name="csX73" fmla="*/ 1648626 w 1806051"/>
              <a:gd name="csY73" fmla="*/ 955160 h 1922900"/>
              <a:gd name="csX74" fmla="*/ 1663866 w 1806051"/>
              <a:gd name="csY74" fmla="*/ 924680 h 1922900"/>
              <a:gd name="csX75" fmla="*/ 1656246 w 1806051"/>
              <a:gd name="csY75" fmla="*/ 878960 h 1922900"/>
              <a:gd name="csX76" fmla="*/ 1633386 w 1806051"/>
              <a:gd name="csY76" fmla="*/ 871340 h 1922900"/>
              <a:gd name="csX77" fmla="*/ 1602906 w 1806051"/>
              <a:gd name="csY77" fmla="*/ 863720 h 1922900"/>
              <a:gd name="csX78" fmla="*/ 1595286 w 1806051"/>
              <a:gd name="csY78" fmla="*/ 833240 h 1922900"/>
              <a:gd name="csX79" fmla="*/ 1587666 w 1806051"/>
              <a:gd name="csY79" fmla="*/ 772280 h 1922900"/>
              <a:gd name="csX80" fmla="*/ 1572426 w 1806051"/>
              <a:gd name="csY80" fmla="*/ 741800 h 1922900"/>
              <a:gd name="csX81" fmla="*/ 1564806 w 1806051"/>
              <a:gd name="csY81" fmla="*/ 711320 h 1922900"/>
              <a:gd name="csX82" fmla="*/ 1701966 w 1806051"/>
              <a:gd name="csY82" fmla="*/ 688460 h 1922900"/>
              <a:gd name="csX83" fmla="*/ 1602260 w 1806051"/>
              <a:gd name="csY83" fmla="*/ 668782 h 1922900"/>
              <a:gd name="csX84" fmla="*/ 1569050 w 1806051"/>
              <a:gd name="csY84" fmla="*/ 607909 h 1922900"/>
              <a:gd name="csX85" fmla="*/ 1657039 w 1806051"/>
              <a:gd name="csY85" fmla="*/ 543008 h 1922900"/>
              <a:gd name="csX86" fmla="*/ 1598859 w 1806051"/>
              <a:gd name="csY86" fmla="*/ 482633 h 1922900"/>
              <a:gd name="csX87" fmla="*/ 1528219 w 1806051"/>
              <a:gd name="csY87" fmla="*/ 401996 h 1922900"/>
              <a:gd name="csX88" fmla="*/ 1353703 w 1806051"/>
              <a:gd name="csY88" fmla="*/ 349327 h 1922900"/>
              <a:gd name="csX89" fmla="*/ 1483888 w 1806051"/>
              <a:gd name="csY89" fmla="*/ 308715 h 1922900"/>
              <a:gd name="csX90" fmla="*/ 1641080 w 1806051"/>
              <a:gd name="csY90" fmla="*/ 265593 h 1922900"/>
              <a:gd name="csX91" fmla="*/ 1777496 w 1806051"/>
              <a:gd name="csY91" fmla="*/ 207231 h 1922900"/>
              <a:gd name="csX92" fmla="*/ 1806051 w 1806051"/>
              <a:gd name="csY92" fmla="*/ 0 h 1922900"/>
              <a:gd name="csX0" fmla="*/ 0 w 1812301"/>
              <a:gd name="csY0" fmla="*/ 1922900 h 1922900"/>
              <a:gd name="csX1" fmla="*/ 150985 w 1812301"/>
              <a:gd name="csY1" fmla="*/ 1915280 h 1922900"/>
              <a:gd name="csX2" fmla="*/ 322746 w 1812301"/>
              <a:gd name="csY2" fmla="*/ 1869560 h 1922900"/>
              <a:gd name="csX3" fmla="*/ 376086 w 1812301"/>
              <a:gd name="csY3" fmla="*/ 1846700 h 1922900"/>
              <a:gd name="csX4" fmla="*/ 398946 w 1812301"/>
              <a:gd name="csY4" fmla="*/ 1831460 h 1922900"/>
              <a:gd name="csX5" fmla="*/ 505626 w 1812301"/>
              <a:gd name="csY5" fmla="*/ 1816220 h 1922900"/>
              <a:gd name="csX6" fmla="*/ 505626 w 1812301"/>
              <a:gd name="csY6" fmla="*/ 1740020 h 1922900"/>
              <a:gd name="csX7" fmla="*/ 482766 w 1812301"/>
              <a:gd name="csY7" fmla="*/ 1724780 h 1922900"/>
              <a:gd name="csX8" fmla="*/ 467526 w 1812301"/>
              <a:gd name="csY8" fmla="*/ 1701920 h 1922900"/>
              <a:gd name="csX9" fmla="*/ 490386 w 1812301"/>
              <a:gd name="csY9" fmla="*/ 1686680 h 1922900"/>
              <a:gd name="csX10" fmla="*/ 543726 w 1812301"/>
              <a:gd name="csY10" fmla="*/ 1694300 h 1922900"/>
              <a:gd name="csX11" fmla="*/ 551346 w 1812301"/>
              <a:gd name="csY11" fmla="*/ 1717160 h 1922900"/>
              <a:gd name="csX12" fmla="*/ 581826 w 1812301"/>
              <a:gd name="csY12" fmla="*/ 1770500 h 1922900"/>
              <a:gd name="csX13" fmla="*/ 597066 w 1812301"/>
              <a:gd name="csY13" fmla="*/ 1800980 h 1922900"/>
              <a:gd name="csX14" fmla="*/ 612306 w 1812301"/>
              <a:gd name="csY14" fmla="*/ 1778120 h 1922900"/>
              <a:gd name="csX15" fmla="*/ 627546 w 1812301"/>
              <a:gd name="csY15" fmla="*/ 1740020 h 1922900"/>
              <a:gd name="csX16" fmla="*/ 650406 w 1812301"/>
              <a:gd name="csY16" fmla="*/ 1755260 h 1922900"/>
              <a:gd name="csX17" fmla="*/ 688506 w 1812301"/>
              <a:gd name="csY17" fmla="*/ 1732400 h 1922900"/>
              <a:gd name="csX18" fmla="*/ 749466 w 1812301"/>
              <a:gd name="csY18" fmla="*/ 1740020 h 1922900"/>
              <a:gd name="csX19" fmla="*/ 764706 w 1812301"/>
              <a:gd name="csY19" fmla="*/ 1717160 h 1922900"/>
              <a:gd name="csX20" fmla="*/ 749466 w 1812301"/>
              <a:gd name="csY20" fmla="*/ 1694300 h 1922900"/>
              <a:gd name="csX21" fmla="*/ 696126 w 1812301"/>
              <a:gd name="csY21" fmla="*/ 1663820 h 1922900"/>
              <a:gd name="csX22" fmla="*/ 718986 w 1812301"/>
              <a:gd name="csY22" fmla="*/ 1648580 h 1922900"/>
              <a:gd name="csX23" fmla="*/ 833286 w 1812301"/>
              <a:gd name="csY23" fmla="*/ 1671440 h 1922900"/>
              <a:gd name="csX24" fmla="*/ 955206 w 1812301"/>
              <a:gd name="csY24" fmla="*/ 1663820 h 1922900"/>
              <a:gd name="csX25" fmla="*/ 985686 w 1812301"/>
              <a:gd name="csY25" fmla="*/ 1671440 h 1922900"/>
              <a:gd name="csX26" fmla="*/ 1077126 w 1812301"/>
              <a:gd name="csY26" fmla="*/ 1656200 h 1922900"/>
              <a:gd name="csX27" fmla="*/ 1099986 w 1812301"/>
              <a:gd name="csY27" fmla="*/ 1640960 h 1922900"/>
              <a:gd name="csX28" fmla="*/ 1092366 w 1812301"/>
              <a:gd name="csY28" fmla="*/ 1580000 h 1922900"/>
              <a:gd name="csX29" fmla="*/ 1069506 w 1812301"/>
              <a:gd name="csY29" fmla="*/ 1564760 h 1922900"/>
              <a:gd name="csX30" fmla="*/ 1054266 w 1812301"/>
              <a:gd name="csY30" fmla="*/ 1541900 h 1922900"/>
              <a:gd name="csX31" fmla="*/ 1084746 w 1812301"/>
              <a:gd name="csY31" fmla="*/ 1519040 h 1922900"/>
              <a:gd name="csX32" fmla="*/ 1145706 w 1812301"/>
              <a:gd name="csY32" fmla="*/ 1511420 h 1922900"/>
              <a:gd name="csX33" fmla="*/ 1115226 w 1812301"/>
              <a:gd name="csY33" fmla="*/ 1435220 h 1922900"/>
              <a:gd name="csX34" fmla="*/ 1092366 w 1812301"/>
              <a:gd name="csY34" fmla="*/ 1412360 h 1922900"/>
              <a:gd name="csX35" fmla="*/ 1092366 w 1812301"/>
              <a:gd name="csY35" fmla="*/ 1336160 h 1922900"/>
              <a:gd name="csX36" fmla="*/ 1115226 w 1812301"/>
              <a:gd name="csY36" fmla="*/ 1313300 h 1922900"/>
              <a:gd name="csX37" fmla="*/ 1130466 w 1812301"/>
              <a:gd name="csY37" fmla="*/ 1275200 h 1922900"/>
              <a:gd name="csX38" fmla="*/ 1115226 w 1812301"/>
              <a:gd name="csY38" fmla="*/ 1252340 h 1922900"/>
              <a:gd name="csX39" fmla="*/ 1000926 w 1812301"/>
              <a:gd name="csY39" fmla="*/ 1244720 h 1922900"/>
              <a:gd name="csX40" fmla="*/ 978066 w 1812301"/>
              <a:gd name="csY40" fmla="*/ 1214240 h 1922900"/>
              <a:gd name="csX41" fmla="*/ 947586 w 1812301"/>
              <a:gd name="csY41" fmla="*/ 1191380 h 1922900"/>
              <a:gd name="csX42" fmla="*/ 939966 w 1812301"/>
              <a:gd name="csY42" fmla="*/ 1160900 h 1922900"/>
              <a:gd name="csX43" fmla="*/ 955206 w 1812301"/>
              <a:gd name="csY43" fmla="*/ 1138040 h 1922900"/>
              <a:gd name="csX44" fmla="*/ 978066 w 1812301"/>
              <a:gd name="csY44" fmla="*/ 1130420 h 1922900"/>
              <a:gd name="csX45" fmla="*/ 1069506 w 1812301"/>
              <a:gd name="csY45" fmla="*/ 1122800 h 1922900"/>
              <a:gd name="csX46" fmla="*/ 1092366 w 1812301"/>
              <a:gd name="csY46" fmla="*/ 1115180 h 1922900"/>
              <a:gd name="csX47" fmla="*/ 1122846 w 1812301"/>
              <a:gd name="csY47" fmla="*/ 1107560 h 1922900"/>
              <a:gd name="csX48" fmla="*/ 1145706 w 1812301"/>
              <a:gd name="csY48" fmla="*/ 1077080 h 1922900"/>
              <a:gd name="csX49" fmla="*/ 1183806 w 1812301"/>
              <a:gd name="csY49" fmla="*/ 939920 h 1922900"/>
              <a:gd name="csX50" fmla="*/ 1237146 w 1812301"/>
              <a:gd name="csY50" fmla="*/ 947540 h 1922900"/>
              <a:gd name="csX51" fmla="*/ 1343826 w 1812301"/>
              <a:gd name="csY51" fmla="*/ 947540 h 1922900"/>
              <a:gd name="csX52" fmla="*/ 1366686 w 1812301"/>
              <a:gd name="csY52" fmla="*/ 917060 h 1922900"/>
              <a:gd name="csX53" fmla="*/ 1389546 w 1812301"/>
              <a:gd name="csY53" fmla="*/ 871340 h 1922900"/>
              <a:gd name="csX54" fmla="*/ 1412406 w 1812301"/>
              <a:gd name="csY54" fmla="*/ 894200 h 1922900"/>
              <a:gd name="csX55" fmla="*/ 1427646 w 1812301"/>
              <a:gd name="csY55" fmla="*/ 939920 h 1922900"/>
              <a:gd name="csX56" fmla="*/ 1435266 w 1812301"/>
              <a:gd name="csY56" fmla="*/ 962780 h 1922900"/>
              <a:gd name="csX57" fmla="*/ 1465746 w 1812301"/>
              <a:gd name="csY57" fmla="*/ 1016120 h 1922900"/>
              <a:gd name="csX58" fmla="*/ 1480986 w 1812301"/>
              <a:gd name="csY58" fmla="*/ 993260 h 1922900"/>
              <a:gd name="csX59" fmla="*/ 1488606 w 1812301"/>
              <a:gd name="csY59" fmla="*/ 970400 h 1922900"/>
              <a:gd name="csX60" fmla="*/ 1511466 w 1812301"/>
              <a:gd name="csY60" fmla="*/ 993260 h 1922900"/>
              <a:gd name="csX61" fmla="*/ 1526706 w 1812301"/>
              <a:gd name="csY61" fmla="*/ 1046600 h 1922900"/>
              <a:gd name="csX62" fmla="*/ 1511466 w 1812301"/>
              <a:gd name="csY62" fmla="*/ 1099940 h 1922900"/>
              <a:gd name="csX63" fmla="*/ 1526706 w 1812301"/>
              <a:gd name="csY63" fmla="*/ 1130420 h 1922900"/>
              <a:gd name="csX64" fmla="*/ 1771862 w 1812301"/>
              <a:gd name="csY64" fmla="*/ 1149601 h 1922900"/>
              <a:gd name="csX65" fmla="*/ 1800952 w 1812301"/>
              <a:gd name="csY65" fmla="*/ 1070306 h 1922900"/>
              <a:gd name="csX66" fmla="*/ 1557186 w 1812301"/>
              <a:gd name="csY66" fmla="*/ 1077080 h 1922900"/>
              <a:gd name="csX67" fmla="*/ 1564806 w 1812301"/>
              <a:gd name="csY67" fmla="*/ 1038980 h 1922900"/>
              <a:gd name="csX68" fmla="*/ 1595286 w 1812301"/>
              <a:gd name="csY68" fmla="*/ 1031360 h 1922900"/>
              <a:gd name="csX69" fmla="*/ 1618146 w 1812301"/>
              <a:gd name="csY69" fmla="*/ 1016120 h 1922900"/>
              <a:gd name="csX70" fmla="*/ 1587666 w 1812301"/>
              <a:gd name="csY70" fmla="*/ 985640 h 1922900"/>
              <a:gd name="csX71" fmla="*/ 1572426 w 1812301"/>
              <a:gd name="csY71" fmla="*/ 955160 h 1922900"/>
              <a:gd name="csX72" fmla="*/ 1595286 w 1812301"/>
              <a:gd name="csY72" fmla="*/ 939920 h 1922900"/>
              <a:gd name="csX73" fmla="*/ 1648626 w 1812301"/>
              <a:gd name="csY73" fmla="*/ 955160 h 1922900"/>
              <a:gd name="csX74" fmla="*/ 1663866 w 1812301"/>
              <a:gd name="csY74" fmla="*/ 924680 h 1922900"/>
              <a:gd name="csX75" fmla="*/ 1656246 w 1812301"/>
              <a:gd name="csY75" fmla="*/ 878960 h 1922900"/>
              <a:gd name="csX76" fmla="*/ 1633386 w 1812301"/>
              <a:gd name="csY76" fmla="*/ 871340 h 1922900"/>
              <a:gd name="csX77" fmla="*/ 1602906 w 1812301"/>
              <a:gd name="csY77" fmla="*/ 863720 h 1922900"/>
              <a:gd name="csX78" fmla="*/ 1595286 w 1812301"/>
              <a:gd name="csY78" fmla="*/ 833240 h 1922900"/>
              <a:gd name="csX79" fmla="*/ 1587666 w 1812301"/>
              <a:gd name="csY79" fmla="*/ 772280 h 1922900"/>
              <a:gd name="csX80" fmla="*/ 1572426 w 1812301"/>
              <a:gd name="csY80" fmla="*/ 741800 h 1922900"/>
              <a:gd name="csX81" fmla="*/ 1564806 w 1812301"/>
              <a:gd name="csY81" fmla="*/ 711320 h 1922900"/>
              <a:gd name="csX82" fmla="*/ 1701966 w 1812301"/>
              <a:gd name="csY82" fmla="*/ 688460 h 1922900"/>
              <a:gd name="csX83" fmla="*/ 1602260 w 1812301"/>
              <a:gd name="csY83" fmla="*/ 668782 h 1922900"/>
              <a:gd name="csX84" fmla="*/ 1569050 w 1812301"/>
              <a:gd name="csY84" fmla="*/ 607909 h 1922900"/>
              <a:gd name="csX85" fmla="*/ 1657039 w 1812301"/>
              <a:gd name="csY85" fmla="*/ 543008 h 1922900"/>
              <a:gd name="csX86" fmla="*/ 1598859 w 1812301"/>
              <a:gd name="csY86" fmla="*/ 482633 h 1922900"/>
              <a:gd name="csX87" fmla="*/ 1528219 w 1812301"/>
              <a:gd name="csY87" fmla="*/ 401996 h 1922900"/>
              <a:gd name="csX88" fmla="*/ 1353703 w 1812301"/>
              <a:gd name="csY88" fmla="*/ 349327 h 1922900"/>
              <a:gd name="csX89" fmla="*/ 1483888 w 1812301"/>
              <a:gd name="csY89" fmla="*/ 308715 h 1922900"/>
              <a:gd name="csX90" fmla="*/ 1641080 w 1812301"/>
              <a:gd name="csY90" fmla="*/ 265593 h 1922900"/>
              <a:gd name="csX91" fmla="*/ 1777496 w 1812301"/>
              <a:gd name="csY91" fmla="*/ 207231 h 1922900"/>
              <a:gd name="csX92" fmla="*/ 1806051 w 1812301"/>
              <a:gd name="csY92" fmla="*/ 0 h 1922900"/>
              <a:gd name="csX0" fmla="*/ 0 w 1812301"/>
              <a:gd name="csY0" fmla="*/ 1922900 h 1922900"/>
              <a:gd name="csX1" fmla="*/ 150985 w 1812301"/>
              <a:gd name="csY1" fmla="*/ 1915280 h 1922900"/>
              <a:gd name="csX2" fmla="*/ 322746 w 1812301"/>
              <a:gd name="csY2" fmla="*/ 1869560 h 1922900"/>
              <a:gd name="csX3" fmla="*/ 376086 w 1812301"/>
              <a:gd name="csY3" fmla="*/ 1846700 h 1922900"/>
              <a:gd name="csX4" fmla="*/ 398946 w 1812301"/>
              <a:gd name="csY4" fmla="*/ 1831460 h 1922900"/>
              <a:gd name="csX5" fmla="*/ 505626 w 1812301"/>
              <a:gd name="csY5" fmla="*/ 1816220 h 1922900"/>
              <a:gd name="csX6" fmla="*/ 505626 w 1812301"/>
              <a:gd name="csY6" fmla="*/ 1740020 h 1922900"/>
              <a:gd name="csX7" fmla="*/ 482766 w 1812301"/>
              <a:gd name="csY7" fmla="*/ 1724780 h 1922900"/>
              <a:gd name="csX8" fmla="*/ 467526 w 1812301"/>
              <a:gd name="csY8" fmla="*/ 1701920 h 1922900"/>
              <a:gd name="csX9" fmla="*/ 490386 w 1812301"/>
              <a:gd name="csY9" fmla="*/ 1686680 h 1922900"/>
              <a:gd name="csX10" fmla="*/ 543726 w 1812301"/>
              <a:gd name="csY10" fmla="*/ 1694300 h 1922900"/>
              <a:gd name="csX11" fmla="*/ 551346 w 1812301"/>
              <a:gd name="csY11" fmla="*/ 1717160 h 1922900"/>
              <a:gd name="csX12" fmla="*/ 581826 w 1812301"/>
              <a:gd name="csY12" fmla="*/ 1770500 h 1922900"/>
              <a:gd name="csX13" fmla="*/ 597066 w 1812301"/>
              <a:gd name="csY13" fmla="*/ 1800980 h 1922900"/>
              <a:gd name="csX14" fmla="*/ 612306 w 1812301"/>
              <a:gd name="csY14" fmla="*/ 1778120 h 1922900"/>
              <a:gd name="csX15" fmla="*/ 627546 w 1812301"/>
              <a:gd name="csY15" fmla="*/ 1740020 h 1922900"/>
              <a:gd name="csX16" fmla="*/ 650406 w 1812301"/>
              <a:gd name="csY16" fmla="*/ 1755260 h 1922900"/>
              <a:gd name="csX17" fmla="*/ 688506 w 1812301"/>
              <a:gd name="csY17" fmla="*/ 1732400 h 1922900"/>
              <a:gd name="csX18" fmla="*/ 749466 w 1812301"/>
              <a:gd name="csY18" fmla="*/ 1740020 h 1922900"/>
              <a:gd name="csX19" fmla="*/ 764706 w 1812301"/>
              <a:gd name="csY19" fmla="*/ 1717160 h 1922900"/>
              <a:gd name="csX20" fmla="*/ 749466 w 1812301"/>
              <a:gd name="csY20" fmla="*/ 1694300 h 1922900"/>
              <a:gd name="csX21" fmla="*/ 696126 w 1812301"/>
              <a:gd name="csY21" fmla="*/ 1663820 h 1922900"/>
              <a:gd name="csX22" fmla="*/ 718986 w 1812301"/>
              <a:gd name="csY22" fmla="*/ 1648580 h 1922900"/>
              <a:gd name="csX23" fmla="*/ 833286 w 1812301"/>
              <a:gd name="csY23" fmla="*/ 1671440 h 1922900"/>
              <a:gd name="csX24" fmla="*/ 955206 w 1812301"/>
              <a:gd name="csY24" fmla="*/ 1663820 h 1922900"/>
              <a:gd name="csX25" fmla="*/ 985686 w 1812301"/>
              <a:gd name="csY25" fmla="*/ 1671440 h 1922900"/>
              <a:gd name="csX26" fmla="*/ 1077126 w 1812301"/>
              <a:gd name="csY26" fmla="*/ 1656200 h 1922900"/>
              <a:gd name="csX27" fmla="*/ 1099986 w 1812301"/>
              <a:gd name="csY27" fmla="*/ 1640960 h 1922900"/>
              <a:gd name="csX28" fmla="*/ 1092366 w 1812301"/>
              <a:gd name="csY28" fmla="*/ 1580000 h 1922900"/>
              <a:gd name="csX29" fmla="*/ 1069506 w 1812301"/>
              <a:gd name="csY29" fmla="*/ 1564760 h 1922900"/>
              <a:gd name="csX30" fmla="*/ 1054266 w 1812301"/>
              <a:gd name="csY30" fmla="*/ 1541900 h 1922900"/>
              <a:gd name="csX31" fmla="*/ 1084746 w 1812301"/>
              <a:gd name="csY31" fmla="*/ 1519040 h 1922900"/>
              <a:gd name="csX32" fmla="*/ 1145706 w 1812301"/>
              <a:gd name="csY32" fmla="*/ 1511420 h 1922900"/>
              <a:gd name="csX33" fmla="*/ 1115226 w 1812301"/>
              <a:gd name="csY33" fmla="*/ 1435220 h 1922900"/>
              <a:gd name="csX34" fmla="*/ 1092366 w 1812301"/>
              <a:gd name="csY34" fmla="*/ 1412360 h 1922900"/>
              <a:gd name="csX35" fmla="*/ 1092366 w 1812301"/>
              <a:gd name="csY35" fmla="*/ 1336160 h 1922900"/>
              <a:gd name="csX36" fmla="*/ 1115226 w 1812301"/>
              <a:gd name="csY36" fmla="*/ 1313300 h 1922900"/>
              <a:gd name="csX37" fmla="*/ 1130466 w 1812301"/>
              <a:gd name="csY37" fmla="*/ 1275200 h 1922900"/>
              <a:gd name="csX38" fmla="*/ 1115226 w 1812301"/>
              <a:gd name="csY38" fmla="*/ 1252340 h 1922900"/>
              <a:gd name="csX39" fmla="*/ 1000926 w 1812301"/>
              <a:gd name="csY39" fmla="*/ 1244720 h 1922900"/>
              <a:gd name="csX40" fmla="*/ 978066 w 1812301"/>
              <a:gd name="csY40" fmla="*/ 1214240 h 1922900"/>
              <a:gd name="csX41" fmla="*/ 947586 w 1812301"/>
              <a:gd name="csY41" fmla="*/ 1191380 h 1922900"/>
              <a:gd name="csX42" fmla="*/ 939966 w 1812301"/>
              <a:gd name="csY42" fmla="*/ 1160900 h 1922900"/>
              <a:gd name="csX43" fmla="*/ 955206 w 1812301"/>
              <a:gd name="csY43" fmla="*/ 1138040 h 1922900"/>
              <a:gd name="csX44" fmla="*/ 978066 w 1812301"/>
              <a:gd name="csY44" fmla="*/ 1130420 h 1922900"/>
              <a:gd name="csX45" fmla="*/ 1069506 w 1812301"/>
              <a:gd name="csY45" fmla="*/ 1122800 h 1922900"/>
              <a:gd name="csX46" fmla="*/ 1092366 w 1812301"/>
              <a:gd name="csY46" fmla="*/ 1115180 h 1922900"/>
              <a:gd name="csX47" fmla="*/ 1122846 w 1812301"/>
              <a:gd name="csY47" fmla="*/ 1107560 h 1922900"/>
              <a:gd name="csX48" fmla="*/ 1145706 w 1812301"/>
              <a:gd name="csY48" fmla="*/ 1077080 h 1922900"/>
              <a:gd name="csX49" fmla="*/ 1183806 w 1812301"/>
              <a:gd name="csY49" fmla="*/ 939920 h 1922900"/>
              <a:gd name="csX50" fmla="*/ 1237146 w 1812301"/>
              <a:gd name="csY50" fmla="*/ 947540 h 1922900"/>
              <a:gd name="csX51" fmla="*/ 1343826 w 1812301"/>
              <a:gd name="csY51" fmla="*/ 947540 h 1922900"/>
              <a:gd name="csX52" fmla="*/ 1366686 w 1812301"/>
              <a:gd name="csY52" fmla="*/ 917060 h 1922900"/>
              <a:gd name="csX53" fmla="*/ 1389546 w 1812301"/>
              <a:gd name="csY53" fmla="*/ 871340 h 1922900"/>
              <a:gd name="csX54" fmla="*/ 1412406 w 1812301"/>
              <a:gd name="csY54" fmla="*/ 894200 h 1922900"/>
              <a:gd name="csX55" fmla="*/ 1427646 w 1812301"/>
              <a:gd name="csY55" fmla="*/ 939920 h 1922900"/>
              <a:gd name="csX56" fmla="*/ 1435266 w 1812301"/>
              <a:gd name="csY56" fmla="*/ 962780 h 1922900"/>
              <a:gd name="csX57" fmla="*/ 1465746 w 1812301"/>
              <a:gd name="csY57" fmla="*/ 1016120 h 1922900"/>
              <a:gd name="csX58" fmla="*/ 1480986 w 1812301"/>
              <a:gd name="csY58" fmla="*/ 993260 h 1922900"/>
              <a:gd name="csX59" fmla="*/ 1488606 w 1812301"/>
              <a:gd name="csY59" fmla="*/ 970400 h 1922900"/>
              <a:gd name="csX60" fmla="*/ 1511466 w 1812301"/>
              <a:gd name="csY60" fmla="*/ 993260 h 1922900"/>
              <a:gd name="csX61" fmla="*/ 1526706 w 1812301"/>
              <a:gd name="csY61" fmla="*/ 1046600 h 1922900"/>
              <a:gd name="csX62" fmla="*/ 1511466 w 1812301"/>
              <a:gd name="csY62" fmla="*/ 1099940 h 1922900"/>
              <a:gd name="csX63" fmla="*/ 1450531 w 1812301"/>
              <a:gd name="csY63" fmla="*/ 1236926 h 1922900"/>
              <a:gd name="csX64" fmla="*/ 1771862 w 1812301"/>
              <a:gd name="csY64" fmla="*/ 1149601 h 1922900"/>
              <a:gd name="csX65" fmla="*/ 1800952 w 1812301"/>
              <a:gd name="csY65" fmla="*/ 1070306 h 1922900"/>
              <a:gd name="csX66" fmla="*/ 1557186 w 1812301"/>
              <a:gd name="csY66" fmla="*/ 1077080 h 1922900"/>
              <a:gd name="csX67" fmla="*/ 1564806 w 1812301"/>
              <a:gd name="csY67" fmla="*/ 1038980 h 1922900"/>
              <a:gd name="csX68" fmla="*/ 1595286 w 1812301"/>
              <a:gd name="csY68" fmla="*/ 1031360 h 1922900"/>
              <a:gd name="csX69" fmla="*/ 1618146 w 1812301"/>
              <a:gd name="csY69" fmla="*/ 1016120 h 1922900"/>
              <a:gd name="csX70" fmla="*/ 1587666 w 1812301"/>
              <a:gd name="csY70" fmla="*/ 985640 h 1922900"/>
              <a:gd name="csX71" fmla="*/ 1572426 w 1812301"/>
              <a:gd name="csY71" fmla="*/ 955160 h 1922900"/>
              <a:gd name="csX72" fmla="*/ 1595286 w 1812301"/>
              <a:gd name="csY72" fmla="*/ 939920 h 1922900"/>
              <a:gd name="csX73" fmla="*/ 1648626 w 1812301"/>
              <a:gd name="csY73" fmla="*/ 955160 h 1922900"/>
              <a:gd name="csX74" fmla="*/ 1663866 w 1812301"/>
              <a:gd name="csY74" fmla="*/ 924680 h 1922900"/>
              <a:gd name="csX75" fmla="*/ 1656246 w 1812301"/>
              <a:gd name="csY75" fmla="*/ 878960 h 1922900"/>
              <a:gd name="csX76" fmla="*/ 1633386 w 1812301"/>
              <a:gd name="csY76" fmla="*/ 871340 h 1922900"/>
              <a:gd name="csX77" fmla="*/ 1602906 w 1812301"/>
              <a:gd name="csY77" fmla="*/ 863720 h 1922900"/>
              <a:gd name="csX78" fmla="*/ 1595286 w 1812301"/>
              <a:gd name="csY78" fmla="*/ 833240 h 1922900"/>
              <a:gd name="csX79" fmla="*/ 1587666 w 1812301"/>
              <a:gd name="csY79" fmla="*/ 772280 h 1922900"/>
              <a:gd name="csX80" fmla="*/ 1572426 w 1812301"/>
              <a:gd name="csY80" fmla="*/ 741800 h 1922900"/>
              <a:gd name="csX81" fmla="*/ 1564806 w 1812301"/>
              <a:gd name="csY81" fmla="*/ 711320 h 1922900"/>
              <a:gd name="csX82" fmla="*/ 1701966 w 1812301"/>
              <a:gd name="csY82" fmla="*/ 688460 h 1922900"/>
              <a:gd name="csX83" fmla="*/ 1602260 w 1812301"/>
              <a:gd name="csY83" fmla="*/ 668782 h 1922900"/>
              <a:gd name="csX84" fmla="*/ 1569050 w 1812301"/>
              <a:gd name="csY84" fmla="*/ 607909 h 1922900"/>
              <a:gd name="csX85" fmla="*/ 1657039 w 1812301"/>
              <a:gd name="csY85" fmla="*/ 543008 h 1922900"/>
              <a:gd name="csX86" fmla="*/ 1598859 w 1812301"/>
              <a:gd name="csY86" fmla="*/ 482633 h 1922900"/>
              <a:gd name="csX87" fmla="*/ 1528219 w 1812301"/>
              <a:gd name="csY87" fmla="*/ 401996 h 1922900"/>
              <a:gd name="csX88" fmla="*/ 1353703 w 1812301"/>
              <a:gd name="csY88" fmla="*/ 349327 h 1922900"/>
              <a:gd name="csX89" fmla="*/ 1483888 w 1812301"/>
              <a:gd name="csY89" fmla="*/ 308715 h 1922900"/>
              <a:gd name="csX90" fmla="*/ 1641080 w 1812301"/>
              <a:gd name="csY90" fmla="*/ 265593 h 1922900"/>
              <a:gd name="csX91" fmla="*/ 1777496 w 1812301"/>
              <a:gd name="csY91" fmla="*/ 207231 h 1922900"/>
              <a:gd name="csX92" fmla="*/ 1806051 w 1812301"/>
              <a:gd name="csY92" fmla="*/ 0 h 1922900"/>
              <a:gd name="csX0" fmla="*/ 0 w 1812301"/>
              <a:gd name="csY0" fmla="*/ 1922900 h 1922900"/>
              <a:gd name="csX1" fmla="*/ 150985 w 1812301"/>
              <a:gd name="csY1" fmla="*/ 1915280 h 1922900"/>
              <a:gd name="csX2" fmla="*/ 322746 w 1812301"/>
              <a:gd name="csY2" fmla="*/ 1869560 h 1922900"/>
              <a:gd name="csX3" fmla="*/ 376086 w 1812301"/>
              <a:gd name="csY3" fmla="*/ 1846700 h 1922900"/>
              <a:gd name="csX4" fmla="*/ 398946 w 1812301"/>
              <a:gd name="csY4" fmla="*/ 1831460 h 1922900"/>
              <a:gd name="csX5" fmla="*/ 505626 w 1812301"/>
              <a:gd name="csY5" fmla="*/ 1816220 h 1922900"/>
              <a:gd name="csX6" fmla="*/ 505626 w 1812301"/>
              <a:gd name="csY6" fmla="*/ 1740020 h 1922900"/>
              <a:gd name="csX7" fmla="*/ 482766 w 1812301"/>
              <a:gd name="csY7" fmla="*/ 1724780 h 1922900"/>
              <a:gd name="csX8" fmla="*/ 467526 w 1812301"/>
              <a:gd name="csY8" fmla="*/ 1701920 h 1922900"/>
              <a:gd name="csX9" fmla="*/ 490386 w 1812301"/>
              <a:gd name="csY9" fmla="*/ 1686680 h 1922900"/>
              <a:gd name="csX10" fmla="*/ 543726 w 1812301"/>
              <a:gd name="csY10" fmla="*/ 1694300 h 1922900"/>
              <a:gd name="csX11" fmla="*/ 551346 w 1812301"/>
              <a:gd name="csY11" fmla="*/ 1717160 h 1922900"/>
              <a:gd name="csX12" fmla="*/ 581826 w 1812301"/>
              <a:gd name="csY12" fmla="*/ 1770500 h 1922900"/>
              <a:gd name="csX13" fmla="*/ 597066 w 1812301"/>
              <a:gd name="csY13" fmla="*/ 1800980 h 1922900"/>
              <a:gd name="csX14" fmla="*/ 612306 w 1812301"/>
              <a:gd name="csY14" fmla="*/ 1778120 h 1922900"/>
              <a:gd name="csX15" fmla="*/ 627546 w 1812301"/>
              <a:gd name="csY15" fmla="*/ 1740020 h 1922900"/>
              <a:gd name="csX16" fmla="*/ 650406 w 1812301"/>
              <a:gd name="csY16" fmla="*/ 1755260 h 1922900"/>
              <a:gd name="csX17" fmla="*/ 688506 w 1812301"/>
              <a:gd name="csY17" fmla="*/ 1732400 h 1922900"/>
              <a:gd name="csX18" fmla="*/ 749466 w 1812301"/>
              <a:gd name="csY18" fmla="*/ 1740020 h 1922900"/>
              <a:gd name="csX19" fmla="*/ 764706 w 1812301"/>
              <a:gd name="csY19" fmla="*/ 1717160 h 1922900"/>
              <a:gd name="csX20" fmla="*/ 749466 w 1812301"/>
              <a:gd name="csY20" fmla="*/ 1694300 h 1922900"/>
              <a:gd name="csX21" fmla="*/ 696126 w 1812301"/>
              <a:gd name="csY21" fmla="*/ 1663820 h 1922900"/>
              <a:gd name="csX22" fmla="*/ 718986 w 1812301"/>
              <a:gd name="csY22" fmla="*/ 1648580 h 1922900"/>
              <a:gd name="csX23" fmla="*/ 833286 w 1812301"/>
              <a:gd name="csY23" fmla="*/ 1671440 h 1922900"/>
              <a:gd name="csX24" fmla="*/ 955206 w 1812301"/>
              <a:gd name="csY24" fmla="*/ 1663820 h 1922900"/>
              <a:gd name="csX25" fmla="*/ 985686 w 1812301"/>
              <a:gd name="csY25" fmla="*/ 1671440 h 1922900"/>
              <a:gd name="csX26" fmla="*/ 1077126 w 1812301"/>
              <a:gd name="csY26" fmla="*/ 1656200 h 1922900"/>
              <a:gd name="csX27" fmla="*/ 1099986 w 1812301"/>
              <a:gd name="csY27" fmla="*/ 1640960 h 1922900"/>
              <a:gd name="csX28" fmla="*/ 1092366 w 1812301"/>
              <a:gd name="csY28" fmla="*/ 1580000 h 1922900"/>
              <a:gd name="csX29" fmla="*/ 1069506 w 1812301"/>
              <a:gd name="csY29" fmla="*/ 1564760 h 1922900"/>
              <a:gd name="csX30" fmla="*/ 1054266 w 1812301"/>
              <a:gd name="csY30" fmla="*/ 1541900 h 1922900"/>
              <a:gd name="csX31" fmla="*/ 1084746 w 1812301"/>
              <a:gd name="csY31" fmla="*/ 1519040 h 1922900"/>
              <a:gd name="csX32" fmla="*/ 1145706 w 1812301"/>
              <a:gd name="csY32" fmla="*/ 1511420 h 1922900"/>
              <a:gd name="csX33" fmla="*/ 1115226 w 1812301"/>
              <a:gd name="csY33" fmla="*/ 1435220 h 1922900"/>
              <a:gd name="csX34" fmla="*/ 1092366 w 1812301"/>
              <a:gd name="csY34" fmla="*/ 1412360 h 1922900"/>
              <a:gd name="csX35" fmla="*/ 1092366 w 1812301"/>
              <a:gd name="csY35" fmla="*/ 1336160 h 1922900"/>
              <a:gd name="csX36" fmla="*/ 1115226 w 1812301"/>
              <a:gd name="csY36" fmla="*/ 1313300 h 1922900"/>
              <a:gd name="csX37" fmla="*/ 1130466 w 1812301"/>
              <a:gd name="csY37" fmla="*/ 1275200 h 1922900"/>
              <a:gd name="csX38" fmla="*/ 1115226 w 1812301"/>
              <a:gd name="csY38" fmla="*/ 1252340 h 1922900"/>
              <a:gd name="csX39" fmla="*/ 1000926 w 1812301"/>
              <a:gd name="csY39" fmla="*/ 1244720 h 1922900"/>
              <a:gd name="csX40" fmla="*/ 978066 w 1812301"/>
              <a:gd name="csY40" fmla="*/ 1214240 h 1922900"/>
              <a:gd name="csX41" fmla="*/ 947586 w 1812301"/>
              <a:gd name="csY41" fmla="*/ 1191380 h 1922900"/>
              <a:gd name="csX42" fmla="*/ 939966 w 1812301"/>
              <a:gd name="csY42" fmla="*/ 1160900 h 1922900"/>
              <a:gd name="csX43" fmla="*/ 955206 w 1812301"/>
              <a:gd name="csY43" fmla="*/ 1138040 h 1922900"/>
              <a:gd name="csX44" fmla="*/ 978066 w 1812301"/>
              <a:gd name="csY44" fmla="*/ 1130420 h 1922900"/>
              <a:gd name="csX45" fmla="*/ 1069506 w 1812301"/>
              <a:gd name="csY45" fmla="*/ 1122800 h 1922900"/>
              <a:gd name="csX46" fmla="*/ 1092366 w 1812301"/>
              <a:gd name="csY46" fmla="*/ 1115180 h 1922900"/>
              <a:gd name="csX47" fmla="*/ 1122846 w 1812301"/>
              <a:gd name="csY47" fmla="*/ 1107560 h 1922900"/>
              <a:gd name="csX48" fmla="*/ 1145706 w 1812301"/>
              <a:gd name="csY48" fmla="*/ 1077080 h 1922900"/>
              <a:gd name="csX49" fmla="*/ 1183806 w 1812301"/>
              <a:gd name="csY49" fmla="*/ 939920 h 1922900"/>
              <a:gd name="csX50" fmla="*/ 1237146 w 1812301"/>
              <a:gd name="csY50" fmla="*/ 947540 h 1922900"/>
              <a:gd name="csX51" fmla="*/ 1343826 w 1812301"/>
              <a:gd name="csY51" fmla="*/ 947540 h 1922900"/>
              <a:gd name="csX52" fmla="*/ 1366686 w 1812301"/>
              <a:gd name="csY52" fmla="*/ 917060 h 1922900"/>
              <a:gd name="csX53" fmla="*/ 1389546 w 1812301"/>
              <a:gd name="csY53" fmla="*/ 871340 h 1922900"/>
              <a:gd name="csX54" fmla="*/ 1412406 w 1812301"/>
              <a:gd name="csY54" fmla="*/ 894200 h 1922900"/>
              <a:gd name="csX55" fmla="*/ 1427646 w 1812301"/>
              <a:gd name="csY55" fmla="*/ 939920 h 1922900"/>
              <a:gd name="csX56" fmla="*/ 1435266 w 1812301"/>
              <a:gd name="csY56" fmla="*/ 962780 h 1922900"/>
              <a:gd name="csX57" fmla="*/ 1465746 w 1812301"/>
              <a:gd name="csY57" fmla="*/ 1016120 h 1922900"/>
              <a:gd name="csX58" fmla="*/ 1480986 w 1812301"/>
              <a:gd name="csY58" fmla="*/ 993260 h 1922900"/>
              <a:gd name="csX59" fmla="*/ 1488606 w 1812301"/>
              <a:gd name="csY59" fmla="*/ 970400 h 1922900"/>
              <a:gd name="csX60" fmla="*/ 1511466 w 1812301"/>
              <a:gd name="csY60" fmla="*/ 993260 h 1922900"/>
              <a:gd name="csX61" fmla="*/ 1526706 w 1812301"/>
              <a:gd name="csY61" fmla="*/ 1046600 h 1922900"/>
              <a:gd name="csX62" fmla="*/ 1407591 w 1812301"/>
              <a:gd name="csY62" fmla="*/ 1162069 h 1922900"/>
              <a:gd name="csX63" fmla="*/ 1450531 w 1812301"/>
              <a:gd name="csY63" fmla="*/ 1236926 h 1922900"/>
              <a:gd name="csX64" fmla="*/ 1771862 w 1812301"/>
              <a:gd name="csY64" fmla="*/ 1149601 h 1922900"/>
              <a:gd name="csX65" fmla="*/ 1800952 w 1812301"/>
              <a:gd name="csY65" fmla="*/ 1070306 h 1922900"/>
              <a:gd name="csX66" fmla="*/ 1557186 w 1812301"/>
              <a:gd name="csY66" fmla="*/ 1077080 h 1922900"/>
              <a:gd name="csX67" fmla="*/ 1564806 w 1812301"/>
              <a:gd name="csY67" fmla="*/ 1038980 h 1922900"/>
              <a:gd name="csX68" fmla="*/ 1595286 w 1812301"/>
              <a:gd name="csY68" fmla="*/ 1031360 h 1922900"/>
              <a:gd name="csX69" fmla="*/ 1618146 w 1812301"/>
              <a:gd name="csY69" fmla="*/ 1016120 h 1922900"/>
              <a:gd name="csX70" fmla="*/ 1587666 w 1812301"/>
              <a:gd name="csY70" fmla="*/ 985640 h 1922900"/>
              <a:gd name="csX71" fmla="*/ 1572426 w 1812301"/>
              <a:gd name="csY71" fmla="*/ 955160 h 1922900"/>
              <a:gd name="csX72" fmla="*/ 1595286 w 1812301"/>
              <a:gd name="csY72" fmla="*/ 939920 h 1922900"/>
              <a:gd name="csX73" fmla="*/ 1648626 w 1812301"/>
              <a:gd name="csY73" fmla="*/ 955160 h 1922900"/>
              <a:gd name="csX74" fmla="*/ 1663866 w 1812301"/>
              <a:gd name="csY74" fmla="*/ 924680 h 1922900"/>
              <a:gd name="csX75" fmla="*/ 1656246 w 1812301"/>
              <a:gd name="csY75" fmla="*/ 878960 h 1922900"/>
              <a:gd name="csX76" fmla="*/ 1633386 w 1812301"/>
              <a:gd name="csY76" fmla="*/ 871340 h 1922900"/>
              <a:gd name="csX77" fmla="*/ 1602906 w 1812301"/>
              <a:gd name="csY77" fmla="*/ 863720 h 1922900"/>
              <a:gd name="csX78" fmla="*/ 1595286 w 1812301"/>
              <a:gd name="csY78" fmla="*/ 833240 h 1922900"/>
              <a:gd name="csX79" fmla="*/ 1587666 w 1812301"/>
              <a:gd name="csY79" fmla="*/ 772280 h 1922900"/>
              <a:gd name="csX80" fmla="*/ 1572426 w 1812301"/>
              <a:gd name="csY80" fmla="*/ 741800 h 1922900"/>
              <a:gd name="csX81" fmla="*/ 1564806 w 1812301"/>
              <a:gd name="csY81" fmla="*/ 711320 h 1922900"/>
              <a:gd name="csX82" fmla="*/ 1701966 w 1812301"/>
              <a:gd name="csY82" fmla="*/ 688460 h 1922900"/>
              <a:gd name="csX83" fmla="*/ 1602260 w 1812301"/>
              <a:gd name="csY83" fmla="*/ 668782 h 1922900"/>
              <a:gd name="csX84" fmla="*/ 1569050 w 1812301"/>
              <a:gd name="csY84" fmla="*/ 607909 h 1922900"/>
              <a:gd name="csX85" fmla="*/ 1657039 w 1812301"/>
              <a:gd name="csY85" fmla="*/ 543008 h 1922900"/>
              <a:gd name="csX86" fmla="*/ 1598859 w 1812301"/>
              <a:gd name="csY86" fmla="*/ 482633 h 1922900"/>
              <a:gd name="csX87" fmla="*/ 1528219 w 1812301"/>
              <a:gd name="csY87" fmla="*/ 401996 h 1922900"/>
              <a:gd name="csX88" fmla="*/ 1353703 w 1812301"/>
              <a:gd name="csY88" fmla="*/ 349327 h 1922900"/>
              <a:gd name="csX89" fmla="*/ 1483888 w 1812301"/>
              <a:gd name="csY89" fmla="*/ 308715 h 1922900"/>
              <a:gd name="csX90" fmla="*/ 1641080 w 1812301"/>
              <a:gd name="csY90" fmla="*/ 265593 h 1922900"/>
              <a:gd name="csX91" fmla="*/ 1777496 w 1812301"/>
              <a:gd name="csY91" fmla="*/ 207231 h 1922900"/>
              <a:gd name="csX92" fmla="*/ 1806051 w 1812301"/>
              <a:gd name="csY92" fmla="*/ 0 h 1922900"/>
              <a:gd name="csX0" fmla="*/ 0 w 1812301"/>
              <a:gd name="csY0" fmla="*/ 1922900 h 1922900"/>
              <a:gd name="csX1" fmla="*/ 150985 w 1812301"/>
              <a:gd name="csY1" fmla="*/ 1915280 h 1922900"/>
              <a:gd name="csX2" fmla="*/ 322746 w 1812301"/>
              <a:gd name="csY2" fmla="*/ 1869560 h 1922900"/>
              <a:gd name="csX3" fmla="*/ 376086 w 1812301"/>
              <a:gd name="csY3" fmla="*/ 1846700 h 1922900"/>
              <a:gd name="csX4" fmla="*/ 398946 w 1812301"/>
              <a:gd name="csY4" fmla="*/ 1831460 h 1922900"/>
              <a:gd name="csX5" fmla="*/ 505626 w 1812301"/>
              <a:gd name="csY5" fmla="*/ 1816220 h 1922900"/>
              <a:gd name="csX6" fmla="*/ 505626 w 1812301"/>
              <a:gd name="csY6" fmla="*/ 1740020 h 1922900"/>
              <a:gd name="csX7" fmla="*/ 482766 w 1812301"/>
              <a:gd name="csY7" fmla="*/ 1724780 h 1922900"/>
              <a:gd name="csX8" fmla="*/ 467526 w 1812301"/>
              <a:gd name="csY8" fmla="*/ 1701920 h 1922900"/>
              <a:gd name="csX9" fmla="*/ 490386 w 1812301"/>
              <a:gd name="csY9" fmla="*/ 1686680 h 1922900"/>
              <a:gd name="csX10" fmla="*/ 543726 w 1812301"/>
              <a:gd name="csY10" fmla="*/ 1694300 h 1922900"/>
              <a:gd name="csX11" fmla="*/ 551346 w 1812301"/>
              <a:gd name="csY11" fmla="*/ 1717160 h 1922900"/>
              <a:gd name="csX12" fmla="*/ 581826 w 1812301"/>
              <a:gd name="csY12" fmla="*/ 1770500 h 1922900"/>
              <a:gd name="csX13" fmla="*/ 597066 w 1812301"/>
              <a:gd name="csY13" fmla="*/ 1800980 h 1922900"/>
              <a:gd name="csX14" fmla="*/ 612306 w 1812301"/>
              <a:gd name="csY14" fmla="*/ 1778120 h 1922900"/>
              <a:gd name="csX15" fmla="*/ 627546 w 1812301"/>
              <a:gd name="csY15" fmla="*/ 1740020 h 1922900"/>
              <a:gd name="csX16" fmla="*/ 650406 w 1812301"/>
              <a:gd name="csY16" fmla="*/ 1755260 h 1922900"/>
              <a:gd name="csX17" fmla="*/ 688506 w 1812301"/>
              <a:gd name="csY17" fmla="*/ 1732400 h 1922900"/>
              <a:gd name="csX18" fmla="*/ 749466 w 1812301"/>
              <a:gd name="csY18" fmla="*/ 1740020 h 1922900"/>
              <a:gd name="csX19" fmla="*/ 764706 w 1812301"/>
              <a:gd name="csY19" fmla="*/ 1717160 h 1922900"/>
              <a:gd name="csX20" fmla="*/ 749466 w 1812301"/>
              <a:gd name="csY20" fmla="*/ 1694300 h 1922900"/>
              <a:gd name="csX21" fmla="*/ 696126 w 1812301"/>
              <a:gd name="csY21" fmla="*/ 1663820 h 1922900"/>
              <a:gd name="csX22" fmla="*/ 718986 w 1812301"/>
              <a:gd name="csY22" fmla="*/ 1648580 h 1922900"/>
              <a:gd name="csX23" fmla="*/ 833286 w 1812301"/>
              <a:gd name="csY23" fmla="*/ 1671440 h 1922900"/>
              <a:gd name="csX24" fmla="*/ 955206 w 1812301"/>
              <a:gd name="csY24" fmla="*/ 1663820 h 1922900"/>
              <a:gd name="csX25" fmla="*/ 985686 w 1812301"/>
              <a:gd name="csY25" fmla="*/ 1671440 h 1922900"/>
              <a:gd name="csX26" fmla="*/ 1077126 w 1812301"/>
              <a:gd name="csY26" fmla="*/ 1656200 h 1922900"/>
              <a:gd name="csX27" fmla="*/ 1099986 w 1812301"/>
              <a:gd name="csY27" fmla="*/ 1640960 h 1922900"/>
              <a:gd name="csX28" fmla="*/ 1092366 w 1812301"/>
              <a:gd name="csY28" fmla="*/ 1580000 h 1922900"/>
              <a:gd name="csX29" fmla="*/ 1069506 w 1812301"/>
              <a:gd name="csY29" fmla="*/ 1564760 h 1922900"/>
              <a:gd name="csX30" fmla="*/ 1054266 w 1812301"/>
              <a:gd name="csY30" fmla="*/ 1541900 h 1922900"/>
              <a:gd name="csX31" fmla="*/ 1084746 w 1812301"/>
              <a:gd name="csY31" fmla="*/ 1519040 h 1922900"/>
              <a:gd name="csX32" fmla="*/ 1145706 w 1812301"/>
              <a:gd name="csY32" fmla="*/ 1511420 h 1922900"/>
              <a:gd name="csX33" fmla="*/ 1115226 w 1812301"/>
              <a:gd name="csY33" fmla="*/ 1435220 h 1922900"/>
              <a:gd name="csX34" fmla="*/ 1092366 w 1812301"/>
              <a:gd name="csY34" fmla="*/ 1412360 h 1922900"/>
              <a:gd name="csX35" fmla="*/ 1092366 w 1812301"/>
              <a:gd name="csY35" fmla="*/ 1336160 h 1922900"/>
              <a:gd name="csX36" fmla="*/ 1115226 w 1812301"/>
              <a:gd name="csY36" fmla="*/ 1313300 h 1922900"/>
              <a:gd name="csX37" fmla="*/ 1130466 w 1812301"/>
              <a:gd name="csY37" fmla="*/ 1275200 h 1922900"/>
              <a:gd name="csX38" fmla="*/ 1115226 w 1812301"/>
              <a:gd name="csY38" fmla="*/ 1252340 h 1922900"/>
              <a:gd name="csX39" fmla="*/ 1000926 w 1812301"/>
              <a:gd name="csY39" fmla="*/ 1244720 h 1922900"/>
              <a:gd name="csX40" fmla="*/ 978066 w 1812301"/>
              <a:gd name="csY40" fmla="*/ 1214240 h 1922900"/>
              <a:gd name="csX41" fmla="*/ 947586 w 1812301"/>
              <a:gd name="csY41" fmla="*/ 1191380 h 1922900"/>
              <a:gd name="csX42" fmla="*/ 939966 w 1812301"/>
              <a:gd name="csY42" fmla="*/ 1160900 h 1922900"/>
              <a:gd name="csX43" fmla="*/ 955206 w 1812301"/>
              <a:gd name="csY43" fmla="*/ 1138040 h 1922900"/>
              <a:gd name="csX44" fmla="*/ 978066 w 1812301"/>
              <a:gd name="csY44" fmla="*/ 1130420 h 1922900"/>
              <a:gd name="csX45" fmla="*/ 1069506 w 1812301"/>
              <a:gd name="csY45" fmla="*/ 1122800 h 1922900"/>
              <a:gd name="csX46" fmla="*/ 1092366 w 1812301"/>
              <a:gd name="csY46" fmla="*/ 1115180 h 1922900"/>
              <a:gd name="csX47" fmla="*/ 1122846 w 1812301"/>
              <a:gd name="csY47" fmla="*/ 1107560 h 1922900"/>
              <a:gd name="csX48" fmla="*/ 1145706 w 1812301"/>
              <a:gd name="csY48" fmla="*/ 1077080 h 1922900"/>
              <a:gd name="csX49" fmla="*/ 1183806 w 1812301"/>
              <a:gd name="csY49" fmla="*/ 939920 h 1922900"/>
              <a:gd name="csX50" fmla="*/ 1237146 w 1812301"/>
              <a:gd name="csY50" fmla="*/ 947540 h 1922900"/>
              <a:gd name="csX51" fmla="*/ 1343826 w 1812301"/>
              <a:gd name="csY51" fmla="*/ 947540 h 1922900"/>
              <a:gd name="csX52" fmla="*/ 1366686 w 1812301"/>
              <a:gd name="csY52" fmla="*/ 917060 h 1922900"/>
              <a:gd name="csX53" fmla="*/ 1389546 w 1812301"/>
              <a:gd name="csY53" fmla="*/ 871340 h 1922900"/>
              <a:gd name="csX54" fmla="*/ 1412406 w 1812301"/>
              <a:gd name="csY54" fmla="*/ 894200 h 1922900"/>
              <a:gd name="csX55" fmla="*/ 1427646 w 1812301"/>
              <a:gd name="csY55" fmla="*/ 939920 h 1922900"/>
              <a:gd name="csX56" fmla="*/ 1435266 w 1812301"/>
              <a:gd name="csY56" fmla="*/ 962780 h 1922900"/>
              <a:gd name="csX57" fmla="*/ 1465746 w 1812301"/>
              <a:gd name="csY57" fmla="*/ 1016120 h 1922900"/>
              <a:gd name="csX58" fmla="*/ 1480986 w 1812301"/>
              <a:gd name="csY58" fmla="*/ 993260 h 1922900"/>
              <a:gd name="csX59" fmla="*/ 1488606 w 1812301"/>
              <a:gd name="csY59" fmla="*/ 970400 h 1922900"/>
              <a:gd name="csX60" fmla="*/ 1511466 w 1812301"/>
              <a:gd name="csY60" fmla="*/ 993260 h 1922900"/>
              <a:gd name="csX61" fmla="*/ 1526706 w 1812301"/>
              <a:gd name="csY61" fmla="*/ 1046600 h 1922900"/>
              <a:gd name="csX62" fmla="*/ 1407591 w 1812301"/>
              <a:gd name="csY62" fmla="*/ 1162069 h 1922900"/>
              <a:gd name="csX63" fmla="*/ 1450531 w 1812301"/>
              <a:gd name="csY63" fmla="*/ 1236926 h 1922900"/>
              <a:gd name="csX64" fmla="*/ 1771862 w 1812301"/>
              <a:gd name="csY64" fmla="*/ 1149601 h 1922900"/>
              <a:gd name="csX65" fmla="*/ 1800952 w 1812301"/>
              <a:gd name="csY65" fmla="*/ 1070306 h 1922900"/>
              <a:gd name="csX66" fmla="*/ 1557186 w 1812301"/>
              <a:gd name="csY66" fmla="*/ 1077080 h 1922900"/>
              <a:gd name="csX67" fmla="*/ 1440155 w 1812301"/>
              <a:gd name="csY67" fmla="*/ 1101108 h 1922900"/>
              <a:gd name="csX68" fmla="*/ 1595286 w 1812301"/>
              <a:gd name="csY68" fmla="*/ 1031360 h 1922900"/>
              <a:gd name="csX69" fmla="*/ 1618146 w 1812301"/>
              <a:gd name="csY69" fmla="*/ 1016120 h 1922900"/>
              <a:gd name="csX70" fmla="*/ 1587666 w 1812301"/>
              <a:gd name="csY70" fmla="*/ 985640 h 1922900"/>
              <a:gd name="csX71" fmla="*/ 1572426 w 1812301"/>
              <a:gd name="csY71" fmla="*/ 955160 h 1922900"/>
              <a:gd name="csX72" fmla="*/ 1595286 w 1812301"/>
              <a:gd name="csY72" fmla="*/ 939920 h 1922900"/>
              <a:gd name="csX73" fmla="*/ 1648626 w 1812301"/>
              <a:gd name="csY73" fmla="*/ 955160 h 1922900"/>
              <a:gd name="csX74" fmla="*/ 1663866 w 1812301"/>
              <a:gd name="csY74" fmla="*/ 924680 h 1922900"/>
              <a:gd name="csX75" fmla="*/ 1656246 w 1812301"/>
              <a:gd name="csY75" fmla="*/ 878960 h 1922900"/>
              <a:gd name="csX76" fmla="*/ 1633386 w 1812301"/>
              <a:gd name="csY76" fmla="*/ 871340 h 1922900"/>
              <a:gd name="csX77" fmla="*/ 1602906 w 1812301"/>
              <a:gd name="csY77" fmla="*/ 863720 h 1922900"/>
              <a:gd name="csX78" fmla="*/ 1595286 w 1812301"/>
              <a:gd name="csY78" fmla="*/ 833240 h 1922900"/>
              <a:gd name="csX79" fmla="*/ 1587666 w 1812301"/>
              <a:gd name="csY79" fmla="*/ 772280 h 1922900"/>
              <a:gd name="csX80" fmla="*/ 1572426 w 1812301"/>
              <a:gd name="csY80" fmla="*/ 741800 h 1922900"/>
              <a:gd name="csX81" fmla="*/ 1564806 w 1812301"/>
              <a:gd name="csY81" fmla="*/ 711320 h 1922900"/>
              <a:gd name="csX82" fmla="*/ 1701966 w 1812301"/>
              <a:gd name="csY82" fmla="*/ 688460 h 1922900"/>
              <a:gd name="csX83" fmla="*/ 1602260 w 1812301"/>
              <a:gd name="csY83" fmla="*/ 668782 h 1922900"/>
              <a:gd name="csX84" fmla="*/ 1569050 w 1812301"/>
              <a:gd name="csY84" fmla="*/ 607909 h 1922900"/>
              <a:gd name="csX85" fmla="*/ 1657039 w 1812301"/>
              <a:gd name="csY85" fmla="*/ 543008 h 1922900"/>
              <a:gd name="csX86" fmla="*/ 1598859 w 1812301"/>
              <a:gd name="csY86" fmla="*/ 482633 h 1922900"/>
              <a:gd name="csX87" fmla="*/ 1528219 w 1812301"/>
              <a:gd name="csY87" fmla="*/ 401996 h 1922900"/>
              <a:gd name="csX88" fmla="*/ 1353703 w 1812301"/>
              <a:gd name="csY88" fmla="*/ 349327 h 1922900"/>
              <a:gd name="csX89" fmla="*/ 1483888 w 1812301"/>
              <a:gd name="csY89" fmla="*/ 308715 h 1922900"/>
              <a:gd name="csX90" fmla="*/ 1641080 w 1812301"/>
              <a:gd name="csY90" fmla="*/ 265593 h 1922900"/>
              <a:gd name="csX91" fmla="*/ 1777496 w 1812301"/>
              <a:gd name="csY91" fmla="*/ 207231 h 1922900"/>
              <a:gd name="csX92" fmla="*/ 1806051 w 1812301"/>
              <a:gd name="csY92" fmla="*/ 0 h 1922900"/>
              <a:gd name="csX0" fmla="*/ 0 w 1808613"/>
              <a:gd name="csY0" fmla="*/ 1922900 h 1922900"/>
              <a:gd name="csX1" fmla="*/ 150985 w 1808613"/>
              <a:gd name="csY1" fmla="*/ 1915280 h 1922900"/>
              <a:gd name="csX2" fmla="*/ 322746 w 1808613"/>
              <a:gd name="csY2" fmla="*/ 1869560 h 1922900"/>
              <a:gd name="csX3" fmla="*/ 376086 w 1808613"/>
              <a:gd name="csY3" fmla="*/ 1846700 h 1922900"/>
              <a:gd name="csX4" fmla="*/ 398946 w 1808613"/>
              <a:gd name="csY4" fmla="*/ 1831460 h 1922900"/>
              <a:gd name="csX5" fmla="*/ 505626 w 1808613"/>
              <a:gd name="csY5" fmla="*/ 1816220 h 1922900"/>
              <a:gd name="csX6" fmla="*/ 505626 w 1808613"/>
              <a:gd name="csY6" fmla="*/ 1740020 h 1922900"/>
              <a:gd name="csX7" fmla="*/ 482766 w 1808613"/>
              <a:gd name="csY7" fmla="*/ 1724780 h 1922900"/>
              <a:gd name="csX8" fmla="*/ 467526 w 1808613"/>
              <a:gd name="csY8" fmla="*/ 1701920 h 1922900"/>
              <a:gd name="csX9" fmla="*/ 490386 w 1808613"/>
              <a:gd name="csY9" fmla="*/ 1686680 h 1922900"/>
              <a:gd name="csX10" fmla="*/ 543726 w 1808613"/>
              <a:gd name="csY10" fmla="*/ 1694300 h 1922900"/>
              <a:gd name="csX11" fmla="*/ 551346 w 1808613"/>
              <a:gd name="csY11" fmla="*/ 1717160 h 1922900"/>
              <a:gd name="csX12" fmla="*/ 581826 w 1808613"/>
              <a:gd name="csY12" fmla="*/ 1770500 h 1922900"/>
              <a:gd name="csX13" fmla="*/ 597066 w 1808613"/>
              <a:gd name="csY13" fmla="*/ 1800980 h 1922900"/>
              <a:gd name="csX14" fmla="*/ 612306 w 1808613"/>
              <a:gd name="csY14" fmla="*/ 1778120 h 1922900"/>
              <a:gd name="csX15" fmla="*/ 627546 w 1808613"/>
              <a:gd name="csY15" fmla="*/ 1740020 h 1922900"/>
              <a:gd name="csX16" fmla="*/ 650406 w 1808613"/>
              <a:gd name="csY16" fmla="*/ 1755260 h 1922900"/>
              <a:gd name="csX17" fmla="*/ 688506 w 1808613"/>
              <a:gd name="csY17" fmla="*/ 1732400 h 1922900"/>
              <a:gd name="csX18" fmla="*/ 749466 w 1808613"/>
              <a:gd name="csY18" fmla="*/ 1740020 h 1922900"/>
              <a:gd name="csX19" fmla="*/ 764706 w 1808613"/>
              <a:gd name="csY19" fmla="*/ 1717160 h 1922900"/>
              <a:gd name="csX20" fmla="*/ 749466 w 1808613"/>
              <a:gd name="csY20" fmla="*/ 1694300 h 1922900"/>
              <a:gd name="csX21" fmla="*/ 696126 w 1808613"/>
              <a:gd name="csY21" fmla="*/ 1663820 h 1922900"/>
              <a:gd name="csX22" fmla="*/ 718986 w 1808613"/>
              <a:gd name="csY22" fmla="*/ 1648580 h 1922900"/>
              <a:gd name="csX23" fmla="*/ 833286 w 1808613"/>
              <a:gd name="csY23" fmla="*/ 1671440 h 1922900"/>
              <a:gd name="csX24" fmla="*/ 955206 w 1808613"/>
              <a:gd name="csY24" fmla="*/ 1663820 h 1922900"/>
              <a:gd name="csX25" fmla="*/ 985686 w 1808613"/>
              <a:gd name="csY25" fmla="*/ 1671440 h 1922900"/>
              <a:gd name="csX26" fmla="*/ 1077126 w 1808613"/>
              <a:gd name="csY26" fmla="*/ 1656200 h 1922900"/>
              <a:gd name="csX27" fmla="*/ 1099986 w 1808613"/>
              <a:gd name="csY27" fmla="*/ 1640960 h 1922900"/>
              <a:gd name="csX28" fmla="*/ 1092366 w 1808613"/>
              <a:gd name="csY28" fmla="*/ 1580000 h 1922900"/>
              <a:gd name="csX29" fmla="*/ 1069506 w 1808613"/>
              <a:gd name="csY29" fmla="*/ 1564760 h 1922900"/>
              <a:gd name="csX30" fmla="*/ 1054266 w 1808613"/>
              <a:gd name="csY30" fmla="*/ 1541900 h 1922900"/>
              <a:gd name="csX31" fmla="*/ 1084746 w 1808613"/>
              <a:gd name="csY31" fmla="*/ 1519040 h 1922900"/>
              <a:gd name="csX32" fmla="*/ 1145706 w 1808613"/>
              <a:gd name="csY32" fmla="*/ 1511420 h 1922900"/>
              <a:gd name="csX33" fmla="*/ 1115226 w 1808613"/>
              <a:gd name="csY33" fmla="*/ 1435220 h 1922900"/>
              <a:gd name="csX34" fmla="*/ 1092366 w 1808613"/>
              <a:gd name="csY34" fmla="*/ 1412360 h 1922900"/>
              <a:gd name="csX35" fmla="*/ 1092366 w 1808613"/>
              <a:gd name="csY35" fmla="*/ 1336160 h 1922900"/>
              <a:gd name="csX36" fmla="*/ 1115226 w 1808613"/>
              <a:gd name="csY36" fmla="*/ 1313300 h 1922900"/>
              <a:gd name="csX37" fmla="*/ 1130466 w 1808613"/>
              <a:gd name="csY37" fmla="*/ 1275200 h 1922900"/>
              <a:gd name="csX38" fmla="*/ 1115226 w 1808613"/>
              <a:gd name="csY38" fmla="*/ 1252340 h 1922900"/>
              <a:gd name="csX39" fmla="*/ 1000926 w 1808613"/>
              <a:gd name="csY39" fmla="*/ 1244720 h 1922900"/>
              <a:gd name="csX40" fmla="*/ 978066 w 1808613"/>
              <a:gd name="csY40" fmla="*/ 1214240 h 1922900"/>
              <a:gd name="csX41" fmla="*/ 947586 w 1808613"/>
              <a:gd name="csY41" fmla="*/ 1191380 h 1922900"/>
              <a:gd name="csX42" fmla="*/ 939966 w 1808613"/>
              <a:gd name="csY42" fmla="*/ 1160900 h 1922900"/>
              <a:gd name="csX43" fmla="*/ 955206 w 1808613"/>
              <a:gd name="csY43" fmla="*/ 1138040 h 1922900"/>
              <a:gd name="csX44" fmla="*/ 978066 w 1808613"/>
              <a:gd name="csY44" fmla="*/ 1130420 h 1922900"/>
              <a:gd name="csX45" fmla="*/ 1069506 w 1808613"/>
              <a:gd name="csY45" fmla="*/ 1122800 h 1922900"/>
              <a:gd name="csX46" fmla="*/ 1092366 w 1808613"/>
              <a:gd name="csY46" fmla="*/ 1115180 h 1922900"/>
              <a:gd name="csX47" fmla="*/ 1122846 w 1808613"/>
              <a:gd name="csY47" fmla="*/ 1107560 h 1922900"/>
              <a:gd name="csX48" fmla="*/ 1145706 w 1808613"/>
              <a:gd name="csY48" fmla="*/ 1077080 h 1922900"/>
              <a:gd name="csX49" fmla="*/ 1183806 w 1808613"/>
              <a:gd name="csY49" fmla="*/ 939920 h 1922900"/>
              <a:gd name="csX50" fmla="*/ 1237146 w 1808613"/>
              <a:gd name="csY50" fmla="*/ 947540 h 1922900"/>
              <a:gd name="csX51" fmla="*/ 1343826 w 1808613"/>
              <a:gd name="csY51" fmla="*/ 947540 h 1922900"/>
              <a:gd name="csX52" fmla="*/ 1366686 w 1808613"/>
              <a:gd name="csY52" fmla="*/ 917060 h 1922900"/>
              <a:gd name="csX53" fmla="*/ 1389546 w 1808613"/>
              <a:gd name="csY53" fmla="*/ 871340 h 1922900"/>
              <a:gd name="csX54" fmla="*/ 1412406 w 1808613"/>
              <a:gd name="csY54" fmla="*/ 894200 h 1922900"/>
              <a:gd name="csX55" fmla="*/ 1427646 w 1808613"/>
              <a:gd name="csY55" fmla="*/ 939920 h 1922900"/>
              <a:gd name="csX56" fmla="*/ 1435266 w 1808613"/>
              <a:gd name="csY56" fmla="*/ 962780 h 1922900"/>
              <a:gd name="csX57" fmla="*/ 1465746 w 1808613"/>
              <a:gd name="csY57" fmla="*/ 1016120 h 1922900"/>
              <a:gd name="csX58" fmla="*/ 1480986 w 1808613"/>
              <a:gd name="csY58" fmla="*/ 993260 h 1922900"/>
              <a:gd name="csX59" fmla="*/ 1488606 w 1808613"/>
              <a:gd name="csY59" fmla="*/ 970400 h 1922900"/>
              <a:gd name="csX60" fmla="*/ 1511466 w 1808613"/>
              <a:gd name="csY60" fmla="*/ 993260 h 1922900"/>
              <a:gd name="csX61" fmla="*/ 1526706 w 1808613"/>
              <a:gd name="csY61" fmla="*/ 1046600 h 1922900"/>
              <a:gd name="csX62" fmla="*/ 1407591 w 1808613"/>
              <a:gd name="csY62" fmla="*/ 1162069 h 1922900"/>
              <a:gd name="csX63" fmla="*/ 1450531 w 1808613"/>
              <a:gd name="csY63" fmla="*/ 1236926 h 1922900"/>
              <a:gd name="csX64" fmla="*/ 1771862 w 1808613"/>
              <a:gd name="csY64" fmla="*/ 1149601 h 1922900"/>
              <a:gd name="csX65" fmla="*/ 1800952 w 1808613"/>
              <a:gd name="csY65" fmla="*/ 1070306 h 1922900"/>
              <a:gd name="csX66" fmla="*/ 1612587 w 1808613"/>
              <a:gd name="csY66" fmla="*/ 1108145 h 1922900"/>
              <a:gd name="csX67" fmla="*/ 1440155 w 1808613"/>
              <a:gd name="csY67" fmla="*/ 1101108 h 1922900"/>
              <a:gd name="csX68" fmla="*/ 1595286 w 1808613"/>
              <a:gd name="csY68" fmla="*/ 1031360 h 1922900"/>
              <a:gd name="csX69" fmla="*/ 1618146 w 1808613"/>
              <a:gd name="csY69" fmla="*/ 1016120 h 1922900"/>
              <a:gd name="csX70" fmla="*/ 1587666 w 1808613"/>
              <a:gd name="csY70" fmla="*/ 985640 h 1922900"/>
              <a:gd name="csX71" fmla="*/ 1572426 w 1808613"/>
              <a:gd name="csY71" fmla="*/ 955160 h 1922900"/>
              <a:gd name="csX72" fmla="*/ 1595286 w 1808613"/>
              <a:gd name="csY72" fmla="*/ 939920 h 1922900"/>
              <a:gd name="csX73" fmla="*/ 1648626 w 1808613"/>
              <a:gd name="csY73" fmla="*/ 955160 h 1922900"/>
              <a:gd name="csX74" fmla="*/ 1663866 w 1808613"/>
              <a:gd name="csY74" fmla="*/ 924680 h 1922900"/>
              <a:gd name="csX75" fmla="*/ 1656246 w 1808613"/>
              <a:gd name="csY75" fmla="*/ 878960 h 1922900"/>
              <a:gd name="csX76" fmla="*/ 1633386 w 1808613"/>
              <a:gd name="csY76" fmla="*/ 871340 h 1922900"/>
              <a:gd name="csX77" fmla="*/ 1602906 w 1808613"/>
              <a:gd name="csY77" fmla="*/ 863720 h 1922900"/>
              <a:gd name="csX78" fmla="*/ 1595286 w 1808613"/>
              <a:gd name="csY78" fmla="*/ 833240 h 1922900"/>
              <a:gd name="csX79" fmla="*/ 1587666 w 1808613"/>
              <a:gd name="csY79" fmla="*/ 772280 h 1922900"/>
              <a:gd name="csX80" fmla="*/ 1572426 w 1808613"/>
              <a:gd name="csY80" fmla="*/ 741800 h 1922900"/>
              <a:gd name="csX81" fmla="*/ 1564806 w 1808613"/>
              <a:gd name="csY81" fmla="*/ 711320 h 1922900"/>
              <a:gd name="csX82" fmla="*/ 1701966 w 1808613"/>
              <a:gd name="csY82" fmla="*/ 688460 h 1922900"/>
              <a:gd name="csX83" fmla="*/ 1602260 w 1808613"/>
              <a:gd name="csY83" fmla="*/ 668782 h 1922900"/>
              <a:gd name="csX84" fmla="*/ 1569050 w 1808613"/>
              <a:gd name="csY84" fmla="*/ 607909 h 1922900"/>
              <a:gd name="csX85" fmla="*/ 1657039 w 1808613"/>
              <a:gd name="csY85" fmla="*/ 543008 h 1922900"/>
              <a:gd name="csX86" fmla="*/ 1598859 w 1808613"/>
              <a:gd name="csY86" fmla="*/ 482633 h 1922900"/>
              <a:gd name="csX87" fmla="*/ 1528219 w 1808613"/>
              <a:gd name="csY87" fmla="*/ 401996 h 1922900"/>
              <a:gd name="csX88" fmla="*/ 1353703 w 1808613"/>
              <a:gd name="csY88" fmla="*/ 349327 h 1922900"/>
              <a:gd name="csX89" fmla="*/ 1483888 w 1808613"/>
              <a:gd name="csY89" fmla="*/ 308715 h 1922900"/>
              <a:gd name="csX90" fmla="*/ 1641080 w 1808613"/>
              <a:gd name="csY90" fmla="*/ 265593 h 1922900"/>
              <a:gd name="csX91" fmla="*/ 1777496 w 1808613"/>
              <a:gd name="csY91" fmla="*/ 207231 h 1922900"/>
              <a:gd name="csX92" fmla="*/ 1806051 w 1808613"/>
              <a:gd name="csY92" fmla="*/ 0 h 1922900"/>
              <a:gd name="csX0" fmla="*/ 0 w 1808613"/>
              <a:gd name="csY0" fmla="*/ 1922900 h 1922900"/>
              <a:gd name="csX1" fmla="*/ 150985 w 1808613"/>
              <a:gd name="csY1" fmla="*/ 1915280 h 1922900"/>
              <a:gd name="csX2" fmla="*/ 322746 w 1808613"/>
              <a:gd name="csY2" fmla="*/ 1869560 h 1922900"/>
              <a:gd name="csX3" fmla="*/ 376086 w 1808613"/>
              <a:gd name="csY3" fmla="*/ 1846700 h 1922900"/>
              <a:gd name="csX4" fmla="*/ 398946 w 1808613"/>
              <a:gd name="csY4" fmla="*/ 1831460 h 1922900"/>
              <a:gd name="csX5" fmla="*/ 505626 w 1808613"/>
              <a:gd name="csY5" fmla="*/ 1816220 h 1922900"/>
              <a:gd name="csX6" fmla="*/ 505626 w 1808613"/>
              <a:gd name="csY6" fmla="*/ 1740020 h 1922900"/>
              <a:gd name="csX7" fmla="*/ 482766 w 1808613"/>
              <a:gd name="csY7" fmla="*/ 1724780 h 1922900"/>
              <a:gd name="csX8" fmla="*/ 467526 w 1808613"/>
              <a:gd name="csY8" fmla="*/ 1701920 h 1922900"/>
              <a:gd name="csX9" fmla="*/ 490386 w 1808613"/>
              <a:gd name="csY9" fmla="*/ 1686680 h 1922900"/>
              <a:gd name="csX10" fmla="*/ 543726 w 1808613"/>
              <a:gd name="csY10" fmla="*/ 1694300 h 1922900"/>
              <a:gd name="csX11" fmla="*/ 551346 w 1808613"/>
              <a:gd name="csY11" fmla="*/ 1717160 h 1922900"/>
              <a:gd name="csX12" fmla="*/ 581826 w 1808613"/>
              <a:gd name="csY12" fmla="*/ 1770500 h 1922900"/>
              <a:gd name="csX13" fmla="*/ 597066 w 1808613"/>
              <a:gd name="csY13" fmla="*/ 1800980 h 1922900"/>
              <a:gd name="csX14" fmla="*/ 612306 w 1808613"/>
              <a:gd name="csY14" fmla="*/ 1778120 h 1922900"/>
              <a:gd name="csX15" fmla="*/ 627546 w 1808613"/>
              <a:gd name="csY15" fmla="*/ 1740020 h 1922900"/>
              <a:gd name="csX16" fmla="*/ 650406 w 1808613"/>
              <a:gd name="csY16" fmla="*/ 1755260 h 1922900"/>
              <a:gd name="csX17" fmla="*/ 688506 w 1808613"/>
              <a:gd name="csY17" fmla="*/ 1732400 h 1922900"/>
              <a:gd name="csX18" fmla="*/ 749466 w 1808613"/>
              <a:gd name="csY18" fmla="*/ 1740020 h 1922900"/>
              <a:gd name="csX19" fmla="*/ 764706 w 1808613"/>
              <a:gd name="csY19" fmla="*/ 1717160 h 1922900"/>
              <a:gd name="csX20" fmla="*/ 749466 w 1808613"/>
              <a:gd name="csY20" fmla="*/ 1694300 h 1922900"/>
              <a:gd name="csX21" fmla="*/ 696126 w 1808613"/>
              <a:gd name="csY21" fmla="*/ 1663820 h 1922900"/>
              <a:gd name="csX22" fmla="*/ 718986 w 1808613"/>
              <a:gd name="csY22" fmla="*/ 1648580 h 1922900"/>
              <a:gd name="csX23" fmla="*/ 833286 w 1808613"/>
              <a:gd name="csY23" fmla="*/ 1671440 h 1922900"/>
              <a:gd name="csX24" fmla="*/ 955206 w 1808613"/>
              <a:gd name="csY24" fmla="*/ 1663820 h 1922900"/>
              <a:gd name="csX25" fmla="*/ 985686 w 1808613"/>
              <a:gd name="csY25" fmla="*/ 1671440 h 1922900"/>
              <a:gd name="csX26" fmla="*/ 1077126 w 1808613"/>
              <a:gd name="csY26" fmla="*/ 1656200 h 1922900"/>
              <a:gd name="csX27" fmla="*/ 1099986 w 1808613"/>
              <a:gd name="csY27" fmla="*/ 1640960 h 1922900"/>
              <a:gd name="csX28" fmla="*/ 1092366 w 1808613"/>
              <a:gd name="csY28" fmla="*/ 1580000 h 1922900"/>
              <a:gd name="csX29" fmla="*/ 1069506 w 1808613"/>
              <a:gd name="csY29" fmla="*/ 1564760 h 1922900"/>
              <a:gd name="csX30" fmla="*/ 1054266 w 1808613"/>
              <a:gd name="csY30" fmla="*/ 1541900 h 1922900"/>
              <a:gd name="csX31" fmla="*/ 1084746 w 1808613"/>
              <a:gd name="csY31" fmla="*/ 1519040 h 1922900"/>
              <a:gd name="csX32" fmla="*/ 1145706 w 1808613"/>
              <a:gd name="csY32" fmla="*/ 1511420 h 1922900"/>
              <a:gd name="csX33" fmla="*/ 1115226 w 1808613"/>
              <a:gd name="csY33" fmla="*/ 1435220 h 1922900"/>
              <a:gd name="csX34" fmla="*/ 1092366 w 1808613"/>
              <a:gd name="csY34" fmla="*/ 1412360 h 1922900"/>
              <a:gd name="csX35" fmla="*/ 1092366 w 1808613"/>
              <a:gd name="csY35" fmla="*/ 1336160 h 1922900"/>
              <a:gd name="csX36" fmla="*/ 1115226 w 1808613"/>
              <a:gd name="csY36" fmla="*/ 1313300 h 1922900"/>
              <a:gd name="csX37" fmla="*/ 1130466 w 1808613"/>
              <a:gd name="csY37" fmla="*/ 1275200 h 1922900"/>
              <a:gd name="csX38" fmla="*/ 1115226 w 1808613"/>
              <a:gd name="csY38" fmla="*/ 1252340 h 1922900"/>
              <a:gd name="csX39" fmla="*/ 1000926 w 1808613"/>
              <a:gd name="csY39" fmla="*/ 1244720 h 1922900"/>
              <a:gd name="csX40" fmla="*/ 978066 w 1808613"/>
              <a:gd name="csY40" fmla="*/ 1214240 h 1922900"/>
              <a:gd name="csX41" fmla="*/ 947586 w 1808613"/>
              <a:gd name="csY41" fmla="*/ 1191380 h 1922900"/>
              <a:gd name="csX42" fmla="*/ 939966 w 1808613"/>
              <a:gd name="csY42" fmla="*/ 1160900 h 1922900"/>
              <a:gd name="csX43" fmla="*/ 955206 w 1808613"/>
              <a:gd name="csY43" fmla="*/ 1138040 h 1922900"/>
              <a:gd name="csX44" fmla="*/ 978066 w 1808613"/>
              <a:gd name="csY44" fmla="*/ 1130420 h 1922900"/>
              <a:gd name="csX45" fmla="*/ 1069506 w 1808613"/>
              <a:gd name="csY45" fmla="*/ 1122800 h 1922900"/>
              <a:gd name="csX46" fmla="*/ 1092366 w 1808613"/>
              <a:gd name="csY46" fmla="*/ 1115180 h 1922900"/>
              <a:gd name="csX47" fmla="*/ 1122846 w 1808613"/>
              <a:gd name="csY47" fmla="*/ 1107560 h 1922900"/>
              <a:gd name="csX48" fmla="*/ 1145706 w 1808613"/>
              <a:gd name="csY48" fmla="*/ 1077080 h 1922900"/>
              <a:gd name="csX49" fmla="*/ 1183806 w 1808613"/>
              <a:gd name="csY49" fmla="*/ 939920 h 1922900"/>
              <a:gd name="csX50" fmla="*/ 1237146 w 1808613"/>
              <a:gd name="csY50" fmla="*/ 947540 h 1922900"/>
              <a:gd name="csX51" fmla="*/ 1343826 w 1808613"/>
              <a:gd name="csY51" fmla="*/ 947540 h 1922900"/>
              <a:gd name="csX52" fmla="*/ 1366686 w 1808613"/>
              <a:gd name="csY52" fmla="*/ 917060 h 1922900"/>
              <a:gd name="csX53" fmla="*/ 1389546 w 1808613"/>
              <a:gd name="csY53" fmla="*/ 871340 h 1922900"/>
              <a:gd name="csX54" fmla="*/ 1412406 w 1808613"/>
              <a:gd name="csY54" fmla="*/ 894200 h 1922900"/>
              <a:gd name="csX55" fmla="*/ 1427646 w 1808613"/>
              <a:gd name="csY55" fmla="*/ 939920 h 1922900"/>
              <a:gd name="csX56" fmla="*/ 1435266 w 1808613"/>
              <a:gd name="csY56" fmla="*/ 962780 h 1922900"/>
              <a:gd name="csX57" fmla="*/ 1465746 w 1808613"/>
              <a:gd name="csY57" fmla="*/ 1016120 h 1922900"/>
              <a:gd name="csX58" fmla="*/ 1480986 w 1808613"/>
              <a:gd name="csY58" fmla="*/ 993260 h 1922900"/>
              <a:gd name="csX59" fmla="*/ 1488606 w 1808613"/>
              <a:gd name="csY59" fmla="*/ 970400 h 1922900"/>
              <a:gd name="csX60" fmla="*/ 1511466 w 1808613"/>
              <a:gd name="csY60" fmla="*/ 993260 h 1922900"/>
              <a:gd name="csX61" fmla="*/ 1526706 w 1808613"/>
              <a:gd name="csY61" fmla="*/ 1046600 h 1922900"/>
              <a:gd name="csX62" fmla="*/ 1407591 w 1808613"/>
              <a:gd name="csY62" fmla="*/ 1162069 h 1922900"/>
              <a:gd name="csX63" fmla="*/ 1450531 w 1808613"/>
              <a:gd name="csY63" fmla="*/ 1236926 h 1922900"/>
              <a:gd name="csX64" fmla="*/ 1771862 w 1808613"/>
              <a:gd name="csY64" fmla="*/ 1149601 h 1922900"/>
              <a:gd name="csX65" fmla="*/ 1800952 w 1808613"/>
              <a:gd name="csY65" fmla="*/ 1070306 h 1922900"/>
              <a:gd name="csX66" fmla="*/ 1612587 w 1808613"/>
              <a:gd name="csY66" fmla="*/ 1108145 h 1922900"/>
              <a:gd name="csX67" fmla="*/ 1440155 w 1808613"/>
              <a:gd name="csY67" fmla="*/ 1101108 h 1922900"/>
              <a:gd name="csX68" fmla="*/ 1595286 w 1808613"/>
              <a:gd name="csY68" fmla="*/ 1031360 h 1922900"/>
              <a:gd name="csX69" fmla="*/ 1659695 w 1808613"/>
              <a:gd name="csY69" fmla="*/ 1029433 h 1922900"/>
              <a:gd name="csX70" fmla="*/ 1587666 w 1808613"/>
              <a:gd name="csY70" fmla="*/ 985640 h 1922900"/>
              <a:gd name="csX71" fmla="*/ 1572426 w 1808613"/>
              <a:gd name="csY71" fmla="*/ 955160 h 1922900"/>
              <a:gd name="csX72" fmla="*/ 1595286 w 1808613"/>
              <a:gd name="csY72" fmla="*/ 939920 h 1922900"/>
              <a:gd name="csX73" fmla="*/ 1648626 w 1808613"/>
              <a:gd name="csY73" fmla="*/ 955160 h 1922900"/>
              <a:gd name="csX74" fmla="*/ 1663866 w 1808613"/>
              <a:gd name="csY74" fmla="*/ 924680 h 1922900"/>
              <a:gd name="csX75" fmla="*/ 1656246 w 1808613"/>
              <a:gd name="csY75" fmla="*/ 878960 h 1922900"/>
              <a:gd name="csX76" fmla="*/ 1633386 w 1808613"/>
              <a:gd name="csY76" fmla="*/ 871340 h 1922900"/>
              <a:gd name="csX77" fmla="*/ 1602906 w 1808613"/>
              <a:gd name="csY77" fmla="*/ 863720 h 1922900"/>
              <a:gd name="csX78" fmla="*/ 1595286 w 1808613"/>
              <a:gd name="csY78" fmla="*/ 833240 h 1922900"/>
              <a:gd name="csX79" fmla="*/ 1587666 w 1808613"/>
              <a:gd name="csY79" fmla="*/ 772280 h 1922900"/>
              <a:gd name="csX80" fmla="*/ 1572426 w 1808613"/>
              <a:gd name="csY80" fmla="*/ 741800 h 1922900"/>
              <a:gd name="csX81" fmla="*/ 1564806 w 1808613"/>
              <a:gd name="csY81" fmla="*/ 711320 h 1922900"/>
              <a:gd name="csX82" fmla="*/ 1701966 w 1808613"/>
              <a:gd name="csY82" fmla="*/ 688460 h 1922900"/>
              <a:gd name="csX83" fmla="*/ 1602260 w 1808613"/>
              <a:gd name="csY83" fmla="*/ 668782 h 1922900"/>
              <a:gd name="csX84" fmla="*/ 1569050 w 1808613"/>
              <a:gd name="csY84" fmla="*/ 607909 h 1922900"/>
              <a:gd name="csX85" fmla="*/ 1657039 w 1808613"/>
              <a:gd name="csY85" fmla="*/ 543008 h 1922900"/>
              <a:gd name="csX86" fmla="*/ 1598859 w 1808613"/>
              <a:gd name="csY86" fmla="*/ 482633 h 1922900"/>
              <a:gd name="csX87" fmla="*/ 1528219 w 1808613"/>
              <a:gd name="csY87" fmla="*/ 401996 h 1922900"/>
              <a:gd name="csX88" fmla="*/ 1353703 w 1808613"/>
              <a:gd name="csY88" fmla="*/ 349327 h 1922900"/>
              <a:gd name="csX89" fmla="*/ 1483888 w 1808613"/>
              <a:gd name="csY89" fmla="*/ 308715 h 1922900"/>
              <a:gd name="csX90" fmla="*/ 1641080 w 1808613"/>
              <a:gd name="csY90" fmla="*/ 265593 h 1922900"/>
              <a:gd name="csX91" fmla="*/ 1777496 w 1808613"/>
              <a:gd name="csY91" fmla="*/ 207231 h 1922900"/>
              <a:gd name="csX92" fmla="*/ 1806051 w 1808613"/>
              <a:gd name="csY92" fmla="*/ 0 h 1922900"/>
              <a:gd name="csX0" fmla="*/ 0 w 1808613"/>
              <a:gd name="csY0" fmla="*/ 1922900 h 1922900"/>
              <a:gd name="csX1" fmla="*/ 150985 w 1808613"/>
              <a:gd name="csY1" fmla="*/ 1915280 h 1922900"/>
              <a:gd name="csX2" fmla="*/ 322746 w 1808613"/>
              <a:gd name="csY2" fmla="*/ 1869560 h 1922900"/>
              <a:gd name="csX3" fmla="*/ 376086 w 1808613"/>
              <a:gd name="csY3" fmla="*/ 1846700 h 1922900"/>
              <a:gd name="csX4" fmla="*/ 398946 w 1808613"/>
              <a:gd name="csY4" fmla="*/ 1831460 h 1922900"/>
              <a:gd name="csX5" fmla="*/ 505626 w 1808613"/>
              <a:gd name="csY5" fmla="*/ 1816220 h 1922900"/>
              <a:gd name="csX6" fmla="*/ 505626 w 1808613"/>
              <a:gd name="csY6" fmla="*/ 1740020 h 1922900"/>
              <a:gd name="csX7" fmla="*/ 482766 w 1808613"/>
              <a:gd name="csY7" fmla="*/ 1724780 h 1922900"/>
              <a:gd name="csX8" fmla="*/ 467526 w 1808613"/>
              <a:gd name="csY8" fmla="*/ 1701920 h 1922900"/>
              <a:gd name="csX9" fmla="*/ 490386 w 1808613"/>
              <a:gd name="csY9" fmla="*/ 1686680 h 1922900"/>
              <a:gd name="csX10" fmla="*/ 543726 w 1808613"/>
              <a:gd name="csY10" fmla="*/ 1694300 h 1922900"/>
              <a:gd name="csX11" fmla="*/ 551346 w 1808613"/>
              <a:gd name="csY11" fmla="*/ 1717160 h 1922900"/>
              <a:gd name="csX12" fmla="*/ 581826 w 1808613"/>
              <a:gd name="csY12" fmla="*/ 1770500 h 1922900"/>
              <a:gd name="csX13" fmla="*/ 597066 w 1808613"/>
              <a:gd name="csY13" fmla="*/ 1800980 h 1922900"/>
              <a:gd name="csX14" fmla="*/ 612306 w 1808613"/>
              <a:gd name="csY14" fmla="*/ 1778120 h 1922900"/>
              <a:gd name="csX15" fmla="*/ 627546 w 1808613"/>
              <a:gd name="csY15" fmla="*/ 1740020 h 1922900"/>
              <a:gd name="csX16" fmla="*/ 650406 w 1808613"/>
              <a:gd name="csY16" fmla="*/ 1755260 h 1922900"/>
              <a:gd name="csX17" fmla="*/ 688506 w 1808613"/>
              <a:gd name="csY17" fmla="*/ 1732400 h 1922900"/>
              <a:gd name="csX18" fmla="*/ 749466 w 1808613"/>
              <a:gd name="csY18" fmla="*/ 1740020 h 1922900"/>
              <a:gd name="csX19" fmla="*/ 764706 w 1808613"/>
              <a:gd name="csY19" fmla="*/ 1717160 h 1922900"/>
              <a:gd name="csX20" fmla="*/ 749466 w 1808613"/>
              <a:gd name="csY20" fmla="*/ 1694300 h 1922900"/>
              <a:gd name="csX21" fmla="*/ 696126 w 1808613"/>
              <a:gd name="csY21" fmla="*/ 1663820 h 1922900"/>
              <a:gd name="csX22" fmla="*/ 718986 w 1808613"/>
              <a:gd name="csY22" fmla="*/ 1648580 h 1922900"/>
              <a:gd name="csX23" fmla="*/ 833286 w 1808613"/>
              <a:gd name="csY23" fmla="*/ 1671440 h 1922900"/>
              <a:gd name="csX24" fmla="*/ 955206 w 1808613"/>
              <a:gd name="csY24" fmla="*/ 1663820 h 1922900"/>
              <a:gd name="csX25" fmla="*/ 985686 w 1808613"/>
              <a:gd name="csY25" fmla="*/ 1671440 h 1922900"/>
              <a:gd name="csX26" fmla="*/ 1077126 w 1808613"/>
              <a:gd name="csY26" fmla="*/ 1656200 h 1922900"/>
              <a:gd name="csX27" fmla="*/ 1099986 w 1808613"/>
              <a:gd name="csY27" fmla="*/ 1640960 h 1922900"/>
              <a:gd name="csX28" fmla="*/ 1092366 w 1808613"/>
              <a:gd name="csY28" fmla="*/ 1580000 h 1922900"/>
              <a:gd name="csX29" fmla="*/ 1069506 w 1808613"/>
              <a:gd name="csY29" fmla="*/ 1564760 h 1922900"/>
              <a:gd name="csX30" fmla="*/ 1054266 w 1808613"/>
              <a:gd name="csY30" fmla="*/ 1541900 h 1922900"/>
              <a:gd name="csX31" fmla="*/ 1084746 w 1808613"/>
              <a:gd name="csY31" fmla="*/ 1519040 h 1922900"/>
              <a:gd name="csX32" fmla="*/ 1145706 w 1808613"/>
              <a:gd name="csY32" fmla="*/ 1511420 h 1922900"/>
              <a:gd name="csX33" fmla="*/ 1115226 w 1808613"/>
              <a:gd name="csY33" fmla="*/ 1435220 h 1922900"/>
              <a:gd name="csX34" fmla="*/ 1092366 w 1808613"/>
              <a:gd name="csY34" fmla="*/ 1412360 h 1922900"/>
              <a:gd name="csX35" fmla="*/ 1092366 w 1808613"/>
              <a:gd name="csY35" fmla="*/ 1336160 h 1922900"/>
              <a:gd name="csX36" fmla="*/ 1115226 w 1808613"/>
              <a:gd name="csY36" fmla="*/ 1313300 h 1922900"/>
              <a:gd name="csX37" fmla="*/ 1130466 w 1808613"/>
              <a:gd name="csY37" fmla="*/ 1275200 h 1922900"/>
              <a:gd name="csX38" fmla="*/ 1115226 w 1808613"/>
              <a:gd name="csY38" fmla="*/ 1252340 h 1922900"/>
              <a:gd name="csX39" fmla="*/ 1000926 w 1808613"/>
              <a:gd name="csY39" fmla="*/ 1244720 h 1922900"/>
              <a:gd name="csX40" fmla="*/ 978066 w 1808613"/>
              <a:gd name="csY40" fmla="*/ 1214240 h 1922900"/>
              <a:gd name="csX41" fmla="*/ 947586 w 1808613"/>
              <a:gd name="csY41" fmla="*/ 1191380 h 1922900"/>
              <a:gd name="csX42" fmla="*/ 939966 w 1808613"/>
              <a:gd name="csY42" fmla="*/ 1160900 h 1922900"/>
              <a:gd name="csX43" fmla="*/ 955206 w 1808613"/>
              <a:gd name="csY43" fmla="*/ 1138040 h 1922900"/>
              <a:gd name="csX44" fmla="*/ 978066 w 1808613"/>
              <a:gd name="csY44" fmla="*/ 1130420 h 1922900"/>
              <a:gd name="csX45" fmla="*/ 1069506 w 1808613"/>
              <a:gd name="csY45" fmla="*/ 1122800 h 1922900"/>
              <a:gd name="csX46" fmla="*/ 1092366 w 1808613"/>
              <a:gd name="csY46" fmla="*/ 1115180 h 1922900"/>
              <a:gd name="csX47" fmla="*/ 1122846 w 1808613"/>
              <a:gd name="csY47" fmla="*/ 1107560 h 1922900"/>
              <a:gd name="csX48" fmla="*/ 1145706 w 1808613"/>
              <a:gd name="csY48" fmla="*/ 1077080 h 1922900"/>
              <a:gd name="csX49" fmla="*/ 1183806 w 1808613"/>
              <a:gd name="csY49" fmla="*/ 939920 h 1922900"/>
              <a:gd name="csX50" fmla="*/ 1237146 w 1808613"/>
              <a:gd name="csY50" fmla="*/ 947540 h 1922900"/>
              <a:gd name="csX51" fmla="*/ 1343826 w 1808613"/>
              <a:gd name="csY51" fmla="*/ 947540 h 1922900"/>
              <a:gd name="csX52" fmla="*/ 1366686 w 1808613"/>
              <a:gd name="csY52" fmla="*/ 917060 h 1922900"/>
              <a:gd name="csX53" fmla="*/ 1389546 w 1808613"/>
              <a:gd name="csY53" fmla="*/ 871340 h 1922900"/>
              <a:gd name="csX54" fmla="*/ 1412406 w 1808613"/>
              <a:gd name="csY54" fmla="*/ 894200 h 1922900"/>
              <a:gd name="csX55" fmla="*/ 1427646 w 1808613"/>
              <a:gd name="csY55" fmla="*/ 939920 h 1922900"/>
              <a:gd name="csX56" fmla="*/ 1435266 w 1808613"/>
              <a:gd name="csY56" fmla="*/ 962780 h 1922900"/>
              <a:gd name="csX57" fmla="*/ 1465746 w 1808613"/>
              <a:gd name="csY57" fmla="*/ 1016120 h 1922900"/>
              <a:gd name="csX58" fmla="*/ 1480986 w 1808613"/>
              <a:gd name="csY58" fmla="*/ 993260 h 1922900"/>
              <a:gd name="csX59" fmla="*/ 1488606 w 1808613"/>
              <a:gd name="csY59" fmla="*/ 970400 h 1922900"/>
              <a:gd name="csX60" fmla="*/ 1511466 w 1808613"/>
              <a:gd name="csY60" fmla="*/ 993260 h 1922900"/>
              <a:gd name="csX61" fmla="*/ 1526706 w 1808613"/>
              <a:gd name="csY61" fmla="*/ 1046600 h 1922900"/>
              <a:gd name="csX62" fmla="*/ 1407591 w 1808613"/>
              <a:gd name="csY62" fmla="*/ 1162069 h 1922900"/>
              <a:gd name="csX63" fmla="*/ 1450531 w 1808613"/>
              <a:gd name="csY63" fmla="*/ 1236926 h 1922900"/>
              <a:gd name="csX64" fmla="*/ 1771862 w 1808613"/>
              <a:gd name="csY64" fmla="*/ 1149601 h 1922900"/>
              <a:gd name="csX65" fmla="*/ 1800952 w 1808613"/>
              <a:gd name="csY65" fmla="*/ 1070306 h 1922900"/>
              <a:gd name="csX66" fmla="*/ 1612587 w 1808613"/>
              <a:gd name="csY66" fmla="*/ 1108145 h 1922900"/>
              <a:gd name="csX67" fmla="*/ 1440155 w 1808613"/>
              <a:gd name="csY67" fmla="*/ 1101108 h 1922900"/>
              <a:gd name="csX68" fmla="*/ 1650687 w 1808613"/>
              <a:gd name="csY68" fmla="*/ 1053549 h 1922900"/>
              <a:gd name="csX69" fmla="*/ 1659695 w 1808613"/>
              <a:gd name="csY69" fmla="*/ 1029433 h 1922900"/>
              <a:gd name="csX70" fmla="*/ 1587666 w 1808613"/>
              <a:gd name="csY70" fmla="*/ 985640 h 1922900"/>
              <a:gd name="csX71" fmla="*/ 1572426 w 1808613"/>
              <a:gd name="csY71" fmla="*/ 955160 h 1922900"/>
              <a:gd name="csX72" fmla="*/ 1595286 w 1808613"/>
              <a:gd name="csY72" fmla="*/ 939920 h 1922900"/>
              <a:gd name="csX73" fmla="*/ 1648626 w 1808613"/>
              <a:gd name="csY73" fmla="*/ 955160 h 1922900"/>
              <a:gd name="csX74" fmla="*/ 1663866 w 1808613"/>
              <a:gd name="csY74" fmla="*/ 924680 h 1922900"/>
              <a:gd name="csX75" fmla="*/ 1656246 w 1808613"/>
              <a:gd name="csY75" fmla="*/ 878960 h 1922900"/>
              <a:gd name="csX76" fmla="*/ 1633386 w 1808613"/>
              <a:gd name="csY76" fmla="*/ 871340 h 1922900"/>
              <a:gd name="csX77" fmla="*/ 1602906 w 1808613"/>
              <a:gd name="csY77" fmla="*/ 863720 h 1922900"/>
              <a:gd name="csX78" fmla="*/ 1595286 w 1808613"/>
              <a:gd name="csY78" fmla="*/ 833240 h 1922900"/>
              <a:gd name="csX79" fmla="*/ 1587666 w 1808613"/>
              <a:gd name="csY79" fmla="*/ 772280 h 1922900"/>
              <a:gd name="csX80" fmla="*/ 1572426 w 1808613"/>
              <a:gd name="csY80" fmla="*/ 741800 h 1922900"/>
              <a:gd name="csX81" fmla="*/ 1564806 w 1808613"/>
              <a:gd name="csY81" fmla="*/ 711320 h 1922900"/>
              <a:gd name="csX82" fmla="*/ 1701966 w 1808613"/>
              <a:gd name="csY82" fmla="*/ 688460 h 1922900"/>
              <a:gd name="csX83" fmla="*/ 1602260 w 1808613"/>
              <a:gd name="csY83" fmla="*/ 668782 h 1922900"/>
              <a:gd name="csX84" fmla="*/ 1569050 w 1808613"/>
              <a:gd name="csY84" fmla="*/ 607909 h 1922900"/>
              <a:gd name="csX85" fmla="*/ 1657039 w 1808613"/>
              <a:gd name="csY85" fmla="*/ 543008 h 1922900"/>
              <a:gd name="csX86" fmla="*/ 1598859 w 1808613"/>
              <a:gd name="csY86" fmla="*/ 482633 h 1922900"/>
              <a:gd name="csX87" fmla="*/ 1528219 w 1808613"/>
              <a:gd name="csY87" fmla="*/ 401996 h 1922900"/>
              <a:gd name="csX88" fmla="*/ 1353703 w 1808613"/>
              <a:gd name="csY88" fmla="*/ 349327 h 1922900"/>
              <a:gd name="csX89" fmla="*/ 1483888 w 1808613"/>
              <a:gd name="csY89" fmla="*/ 308715 h 1922900"/>
              <a:gd name="csX90" fmla="*/ 1641080 w 1808613"/>
              <a:gd name="csY90" fmla="*/ 265593 h 1922900"/>
              <a:gd name="csX91" fmla="*/ 1777496 w 1808613"/>
              <a:gd name="csY91" fmla="*/ 207231 h 1922900"/>
              <a:gd name="csX92" fmla="*/ 1806051 w 1808613"/>
              <a:gd name="csY92" fmla="*/ 0 h 1922900"/>
              <a:gd name="csX0" fmla="*/ 0 w 1808613"/>
              <a:gd name="csY0" fmla="*/ 1922900 h 1922900"/>
              <a:gd name="csX1" fmla="*/ 150985 w 1808613"/>
              <a:gd name="csY1" fmla="*/ 1915280 h 1922900"/>
              <a:gd name="csX2" fmla="*/ 322746 w 1808613"/>
              <a:gd name="csY2" fmla="*/ 1869560 h 1922900"/>
              <a:gd name="csX3" fmla="*/ 376086 w 1808613"/>
              <a:gd name="csY3" fmla="*/ 1846700 h 1922900"/>
              <a:gd name="csX4" fmla="*/ 398946 w 1808613"/>
              <a:gd name="csY4" fmla="*/ 1831460 h 1922900"/>
              <a:gd name="csX5" fmla="*/ 505626 w 1808613"/>
              <a:gd name="csY5" fmla="*/ 1816220 h 1922900"/>
              <a:gd name="csX6" fmla="*/ 505626 w 1808613"/>
              <a:gd name="csY6" fmla="*/ 1740020 h 1922900"/>
              <a:gd name="csX7" fmla="*/ 482766 w 1808613"/>
              <a:gd name="csY7" fmla="*/ 1724780 h 1922900"/>
              <a:gd name="csX8" fmla="*/ 467526 w 1808613"/>
              <a:gd name="csY8" fmla="*/ 1701920 h 1922900"/>
              <a:gd name="csX9" fmla="*/ 490386 w 1808613"/>
              <a:gd name="csY9" fmla="*/ 1686680 h 1922900"/>
              <a:gd name="csX10" fmla="*/ 543726 w 1808613"/>
              <a:gd name="csY10" fmla="*/ 1694300 h 1922900"/>
              <a:gd name="csX11" fmla="*/ 551346 w 1808613"/>
              <a:gd name="csY11" fmla="*/ 1717160 h 1922900"/>
              <a:gd name="csX12" fmla="*/ 581826 w 1808613"/>
              <a:gd name="csY12" fmla="*/ 1770500 h 1922900"/>
              <a:gd name="csX13" fmla="*/ 597066 w 1808613"/>
              <a:gd name="csY13" fmla="*/ 1800980 h 1922900"/>
              <a:gd name="csX14" fmla="*/ 612306 w 1808613"/>
              <a:gd name="csY14" fmla="*/ 1778120 h 1922900"/>
              <a:gd name="csX15" fmla="*/ 627546 w 1808613"/>
              <a:gd name="csY15" fmla="*/ 1740020 h 1922900"/>
              <a:gd name="csX16" fmla="*/ 650406 w 1808613"/>
              <a:gd name="csY16" fmla="*/ 1755260 h 1922900"/>
              <a:gd name="csX17" fmla="*/ 688506 w 1808613"/>
              <a:gd name="csY17" fmla="*/ 1732400 h 1922900"/>
              <a:gd name="csX18" fmla="*/ 749466 w 1808613"/>
              <a:gd name="csY18" fmla="*/ 1740020 h 1922900"/>
              <a:gd name="csX19" fmla="*/ 764706 w 1808613"/>
              <a:gd name="csY19" fmla="*/ 1717160 h 1922900"/>
              <a:gd name="csX20" fmla="*/ 749466 w 1808613"/>
              <a:gd name="csY20" fmla="*/ 1694300 h 1922900"/>
              <a:gd name="csX21" fmla="*/ 696126 w 1808613"/>
              <a:gd name="csY21" fmla="*/ 1663820 h 1922900"/>
              <a:gd name="csX22" fmla="*/ 718986 w 1808613"/>
              <a:gd name="csY22" fmla="*/ 1648580 h 1922900"/>
              <a:gd name="csX23" fmla="*/ 833286 w 1808613"/>
              <a:gd name="csY23" fmla="*/ 1671440 h 1922900"/>
              <a:gd name="csX24" fmla="*/ 955206 w 1808613"/>
              <a:gd name="csY24" fmla="*/ 1663820 h 1922900"/>
              <a:gd name="csX25" fmla="*/ 985686 w 1808613"/>
              <a:gd name="csY25" fmla="*/ 1671440 h 1922900"/>
              <a:gd name="csX26" fmla="*/ 1077126 w 1808613"/>
              <a:gd name="csY26" fmla="*/ 1656200 h 1922900"/>
              <a:gd name="csX27" fmla="*/ 1099986 w 1808613"/>
              <a:gd name="csY27" fmla="*/ 1640960 h 1922900"/>
              <a:gd name="csX28" fmla="*/ 1092366 w 1808613"/>
              <a:gd name="csY28" fmla="*/ 1580000 h 1922900"/>
              <a:gd name="csX29" fmla="*/ 1069506 w 1808613"/>
              <a:gd name="csY29" fmla="*/ 1564760 h 1922900"/>
              <a:gd name="csX30" fmla="*/ 1054266 w 1808613"/>
              <a:gd name="csY30" fmla="*/ 1541900 h 1922900"/>
              <a:gd name="csX31" fmla="*/ 1084746 w 1808613"/>
              <a:gd name="csY31" fmla="*/ 1519040 h 1922900"/>
              <a:gd name="csX32" fmla="*/ 1145706 w 1808613"/>
              <a:gd name="csY32" fmla="*/ 1511420 h 1922900"/>
              <a:gd name="csX33" fmla="*/ 1115226 w 1808613"/>
              <a:gd name="csY33" fmla="*/ 1435220 h 1922900"/>
              <a:gd name="csX34" fmla="*/ 1092366 w 1808613"/>
              <a:gd name="csY34" fmla="*/ 1412360 h 1922900"/>
              <a:gd name="csX35" fmla="*/ 1092366 w 1808613"/>
              <a:gd name="csY35" fmla="*/ 1336160 h 1922900"/>
              <a:gd name="csX36" fmla="*/ 1115226 w 1808613"/>
              <a:gd name="csY36" fmla="*/ 1313300 h 1922900"/>
              <a:gd name="csX37" fmla="*/ 1130466 w 1808613"/>
              <a:gd name="csY37" fmla="*/ 1275200 h 1922900"/>
              <a:gd name="csX38" fmla="*/ 1115226 w 1808613"/>
              <a:gd name="csY38" fmla="*/ 1252340 h 1922900"/>
              <a:gd name="csX39" fmla="*/ 1000926 w 1808613"/>
              <a:gd name="csY39" fmla="*/ 1244720 h 1922900"/>
              <a:gd name="csX40" fmla="*/ 978066 w 1808613"/>
              <a:gd name="csY40" fmla="*/ 1214240 h 1922900"/>
              <a:gd name="csX41" fmla="*/ 947586 w 1808613"/>
              <a:gd name="csY41" fmla="*/ 1191380 h 1922900"/>
              <a:gd name="csX42" fmla="*/ 939966 w 1808613"/>
              <a:gd name="csY42" fmla="*/ 1160900 h 1922900"/>
              <a:gd name="csX43" fmla="*/ 955206 w 1808613"/>
              <a:gd name="csY43" fmla="*/ 1138040 h 1922900"/>
              <a:gd name="csX44" fmla="*/ 978066 w 1808613"/>
              <a:gd name="csY44" fmla="*/ 1130420 h 1922900"/>
              <a:gd name="csX45" fmla="*/ 1069506 w 1808613"/>
              <a:gd name="csY45" fmla="*/ 1122800 h 1922900"/>
              <a:gd name="csX46" fmla="*/ 1092366 w 1808613"/>
              <a:gd name="csY46" fmla="*/ 1115180 h 1922900"/>
              <a:gd name="csX47" fmla="*/ 1122846 w 1808613"/>
              <a:gd name="csY47" fmla="*/ 1107560 h 1922900"/>
              <a:gd name="csX48" fmla="*/ 1145706 w 1808613"/>
              <a:gd name="csY48" fmla="*/ 1077080 h 1922900"/>
              <a:gd name="csX49" fmla="*/ 1183806 w 1808613"/>
              <a:gd name="csY49" fmla="*/ 939920 h 1922900"/>
              <a:gd name="csX50" fmla="*/ 1237146 w 1808613"/>
              <a:gd name="csY50" fmla="*/ 947540 h 1922900"/>
              <a:gd name="csX51" fmla="*/ 1343826 w 1808613"/>
              <a:gd name="csY51" fmla="*/ 947540 h 1922900"/>
              <a:gd name="csX52" fmla="*/ 1366686 w 1808613"/>
              <a:gd name="csY52" fmla="*/ 917060 h 1922900"/>
              <a:gd name="csX53" fmla="*/ 1389546 w 1808613"/>
              <a:gd name="csY53" fmla="*/ 871340 h 1922900"/>
              <a:gd name="csX54" fmla="*/ 1412406 w 1808613"/>
              <a:gd name="csY54" fmla="*/ 894200 h 1922900"/>
              <a:gd name="csX55" fmla="*/ 1427646 w 1808613"/>
              <a:gd name="csY55" fmla="*/ 939920 h 1922900"/>
              <a:gd name="csX56" fmla="*/ 1435266 w 1808613"/>
              <a:gd name="csY56" fmla="*/ 962780 h 1922900"/>
              <a:gd name="csX57" fmla="*/ 1465746 w 1808613"/>
              <a:gd name="csY57" fmla="*/ 1016120 h 1922900"/>
              <a:gd name="csX58" fmla="*/ 1480986 w 1808613"/>
              <a:gd name="csY58" fmla="*/ 993260 h 1922900"/>
              <a:gd name="csX59" fmla="*/ 1488606 w 1808613"/>
              <a:gd name="csY59" fmla="*/ 970400 h 1922900"/>
              <a:gd name="csX60" fmla="*/ 1511466 w 1808613"/>
              <a:gd name="csY60" fmla="*/ 993260 h 1922900"/>
              <a:gd name="csX61" fmla="*/ 1526706 w 1808613"/>
              <a:gd name="csY61" fmla="*/ 1046600 h 1922900"/>
              <a:gd name="csX62" fmla="*/ 1407591 w 1808613"/>
              <a:gd name="csY62" fmla="*/ 1162069 h 1922900"/>
              <a:gd name="csX63" fmla="*/ 1450531 w 1808613"/>
              <a:gd name="csY63" fmla="*/ 1236926 h 1922900"/>
              <a:gd name="csX64" fmla="*/ 1771862 w 1808613"/>
              <a:gd name="csY64" fmla="*/ 1149601 h 1922900"/>
              <a:gd name="csX65" fmla="*/ 1800952 w 1808613"/>
              <a:gd name="csY65" fmla="*/ 1070306 h 1922900"/>
              <a:gd name="csX66" fmla="*/ 1612587 w 1808613"/>
              <a:gd name="csY66" fmla="*/ 1108145 h 1922900"/>
              <a:gd name="csX67" fmla="*/ 1537105 w 1808613"/>
              <a:gd name="csY67" fmla="*/ 1105546 h 1922900"/>
              <a:gd name="csX68" fmla="*/ 1650687 w 1808613"/>
              <a:gd name="csY68" fmla="*/ 1053549 h 1922900"/>
              <a:gd name="csX69" fmla="*/ 1659695 w 1808613"/>
              <a:gd name="csY69" fmla="*/ 1029433 h 1922900"/>
              <a:gd name="csX70" fmla="*/ 1587666 w 1808613"/>
              <a:gd name="csY70" fmla="*/ 985640 h 1922900"/>
              <a:gd name="csX71" fmla="*/ 1572426 w 1808613"/>
              <a:gd name="csY71" fmla="*/ 955160 h 1922900"/>
              <a:gd name="csX72" fmla="*/ 1595286 w 1808613"/>
              <a:gd name="csY72" fmla="*/ 939920 h 1922900"/>
              <a:gd name="csX73" fmla="*/ 1648626 w 1808613"/>
              <a:gd name="csY73" fmla="*/ 955160 h 1922900"/>
              <a:gd name="csX74" fmla="*/ 1663866 w 1808613"/>
              <a:gd name="csY74" fmla="*/ 924680 h 1922900"/>
              <a:gd name="csX75" fmla="*/ 1656246 w 1808613"/>
              <a:gd name="csY75" fmla="*/ 878960 h 1922900"/>
              <a:gd name="csX76" fmla="*/ 1633386 w 1808613"/>
              <a:gd name="csY76" fmla="*/ 871340 h 1922900"/>
              <a:gd name="csX77" fmla="*/ 1602906 w 1808613"/>
              <a:gd name="csY77" fmla="*/ 863720 h 1922900"/>
              <a:gd name="csX78" fmla="*/ 1595286 w 1808613"/>
              <a:gd name="csY78" fmla="*/ 833240 h 1922900"/>
              <a:gd name="csX79" fmla="*/ 1587666 w 1808613"/>
              <a:gd name="csY79" fmla="*/ 772280 h 1922900"/>
              <a:gd name="csX80" fmla="*/ 1572426 w 1808613"/>
              <a:gd name="csY80" fmla="*/ 741800 h 1922900"/>
              <a:gd name="csX81" fmla="*/ 1564806 w 1808613"/>
              <a:gd name="csY81" fmla="*/ 711320 h 1922900"/>
              <a:gd name="csX82" fmla="*/ 1701966 w 1808613"/>
              <a:gd name="csY82" fmla="*/ 688460 h 1922900"/>
              <a:gd name="csX83" fmla="*/ 1602260 w 1808613"/>
              <a:gd name="csY83" fmla="*/ 668782 h 1922900"/>
              <a:gd name="csX84" fmla="*/ 1569050 w 1808613"/>
              <a:gd name="csY84" fmla="*/ 607909 h 1922900"/>
              <a:gd name="csX85" fmla="*/ 1657039 w 1808613"/>
              <a:gd name="csY85" fmla="*/ 543008 h 1922900"/>
              <a:gd name="csX86" fmla="*/ 1598859 w 1808613"/>
              <a:gd name="csY86" fmla="*/ 482633 h 1922900"/>
              <a:gd name="csX87" fmla="*/ 1528219 w 1808613"/>
              <a:gd name="csY87" fmla="*/ 401996 h 1922900"/>
              <a:gd name="csX88" fmla="*/ 1353703 w 1808613"/>
              <a:gd name="csY88" fmla="*/ 349327 h 1922900"/>
              <a:gd name="csX89" fmla="*/ 1483888 w 1808613"/>
              <a:gd name="csY89" fmla="*/ 308715 h 1922900"/>
              <a:gd name="csX90" fmla="*/ 1641080 w 1808613"/>
              <a:gd name="csY90" fmla="*/ 265593 h 1922900"/>
              <a:gd name="csX91" fmla="*/ 1777496 w 1808613"/>
              <a:gd name="csY91" fmla="*/ 207231 h 1922900"/>
              <a:gd name="csX92" fmla="*/ 1806051 w 1808613"/>
              <a:gd name="csY92" fmla="*/ 0 h 1922900"/>
              <a:gd name="csX0" fmla="*/ 0 w 1808613"/>
              <a:gd name="csY0" fmla="*/ 1909587 h 1909587"/>
              <a:gd name="csX1" fmla="*/ 150985 w 1808613"/>
              <a:gd name="csY1" fmla="*/ 1901967 h 1909587"/>
              <a:gd name="csX2" fmla="*/ 322746 w 1808613"/>
              <a:gd name="csY2" fmla="*/ 1856247 h 1909587"/>
              <a:gd name="csX3" fmla="*/ 376086 w 1808613"/>
              <a:gd name="csY3" fmla="*/ 1833387 h 1909587"/>
              <a:gd name="csX4" fmla="*/ 398946 w 1808613"/>
              <a:gd name="csY4" fmla="*/ 1818147 h 1909587"/>
              <a:gd name="csX5" fmla="*/ 505626 w 1808613"/>
              <a:gd name="csY5" fmla="*/ 1802907 h 1909587"/>
              <a:gd name="csX6" fmla="*/ 505626 w 1808613"/>
              <a:gd name="csY6" fmla="*/ 1726707 h 1909587"/>
              <a:gd name="csX7" fmla="*/ 482766 w 1808613"/>
              <a:gd name="csY7" fmla="*/ 1711467 h 1909587"/>
              <a:gd name="csX8" fmla="*/ 467526 w 1808613"/>
              <a:gd name="csY8" fmla="*/ 1688607 h 1909587"/>
              <a:gd name="csX9" fmla="*/ 490386 w 1808613"/>
              <a:gd name="csY9" fmla="*/ 1673367 h 1909587"/>
              <a:gd name="csX10" fmla="*/ 543726 w 1808613"/>
              <a:gd name="csY10" fmla="*/ 1680987 h 1909587"/>
              <a:gd name="csX11" fmla="*/ 551346 w 1808613"/>
              <a:gd name="csY11" fmla="*/ 1703847 h 1909587"/>
              <a:gd name="csX12" fmla="*/ 581826 w 1808613"/>
              <a:gd name="csY12" fmla="*/ 1757187 h 1909587"/>
              <a:gd name="csX13" fmla="*/ 597066 w 1808613"/>
              <a:gd name="csY13" fmla="*/ 1787667 h 1909587"/>
              <a:gd name="csX14" fmla="*/ 612306 w 1808613"/>
              <a:gd name="csY14" fmla="*/ 1764807 h 1909587"/>
              <a:gd name="csX15" fmla="*/ 627546 w 1808613"/>
              <a:gd name="csY15" fmla="*/ 1726707 h 1909587"/>
              <a:gd name="csX16" fmla="*/ 650406 w 1808613"/>
              <a:gd name="csY16" fmla="*/ 1741947 h 1909587"/>
              <a:gd name="csX17" fmla="*/ 688506 w 1808613"/>
              <a:gd name="csY17" fmla="*/ 1719087 h 1909587"/>
              <a:gd name="csX18" fmla="*/ 749466 w 1808613"/>
              <a:gd name="csY18" fmla="*/ 1726707 h 1909587"/>
              <a:gd name="csX19" fmla="*/ 764706 w 1808613"/>
              <a:gd name="csY19" fmla="*/ 1703847 h 1909587"/>
              <a:gd name="csX20" fmla="*/ 749466 w 1808613"/>
              <a:gd name="csY20" fmla="*/ 1680987 h 1909587"/>
              <a:gd name="csX21" fmla="*/ 696126 w 1808613"/>
              <a:gd name="csY21" fmla="*/ 1650507 h 1909587"/>
              <a:gd name="csX22" fmla="*/ 718986 w 1808613"/>
              <a:gd name="csY22" fmla="*/ 1635267 h 1909587"/>
              <a:gd name="csX23" fmla="*/ 833286 w 1808613"/>
              <a:gd name="csY23" fmla="*/ 1658127 h 1909587"/>
              <a:gd name="csX24" fmla="*/ 955206 w 1808613"/>
              <a:gd name="csY24" fmla="*/ 1650507 h 1909587"/>
              <a:gd name="csX25" fmla="*/ 985686 w 1808613"/>
              <a:gd name="csY25" fmla="*/ 1658127 h 1909587"/>
              <a:gd name="csX26" fmla="*/ 1077126 w 1808613"/>
              <a:gd name="csY26" fmla="*/ 1642887 h 1909587"/>
              <a:gd name="csX27" fmla="*/ 1099986 w 1808613"/>
              <a:gd name="csY27" fmla="*/ 1627647 h 1909587"/>
              <a:gd name="csX28" fmla="*/ 1092366 w 1808613"/>
              <a:gd name="csY28" fmla="*/ 1566687 h 1909587"/>
              <a:gd name="csX29" fmla="*/ 1069506 w 1808613"/>
              <a:gd name="csY29" fmla="*/ 1551447 h 1909587"/>
              <a:gd name="csX30" fmla="*/ 1054266 w 1808613"/>
              <a:gd name="csY30" fmla="*/ 1528587 h 1909587"/>
              <a:gd name="csX31" fmla="*/ 1084746 w 1808613"/>
              <a:gd name="csY31" fmla="*/ 1505727 h 1909587"/>
              <a:gd name="csX32" fmla="*/ 1145706 w 1808613"/>
              <a:gd name="csY32" fmla="*/ 1498107 h 1909587"/>
              <a:gd name="csX33" fmla="*/ 1115226 w 1808613"/>
              <a:gd name="csY33" fmla="*/ 1421907 h 1909587"/>
              <a:gd name="csX34" fmla="*/ 1092366 w 1808613"/>
              <a:gd name="csY34" fmla="*/ 1399047 h 1909587"/>
              <a:gd name="csX35" fmla="*/ 1092366 w 1808613"/>
              <a:gd name="csY35" fmla="*/ 1322847 h 1909587"/>
              <a:gd name="csX36" fmla="*/ 1115226 w 1808613"/>
              <a:gd name="csY36" fmla="*/ 1299987 h 1909587"/>
              <a:gd name="csX37" fmla="*/ 1130466 w 1808613"/>
              <a:gd name="csY37" fmla="*/ 1261887 h 1909587"/>
              <a:gd name="csX38" fmla="*/ 1115226 w 1808613"/>
              <a:gd name="csY38" fmla="*/ 1239027 h 1909587"/>
              <a:gd name="csX39" fmla="*/ 1000926 w 1808613"/>
              <a:gd name="csY39" fmla="*/ 1231407 h 1909587"/>
              <a:gd name="csX40" fmla="*/ 978066 w 1808613"/>
              <a:gd name="csY40" fmla="*/ 1200927 h 1909587"/>
              <a:gd name="csX41" fmla="*/ 947586 w 1808613"/>
              <a:gd name="csY41" fmla="*/ 1178067 h 1909587"/>
              <a:gd name="csX42" fmla="*/ 939966 w 1808613"/>
              <a:gd name="csY42" fmla="*/ 1147587 h 1909587"/>
              <a:gd name="csX43" fmla="*/ 955206 w 1808613"/>
              <a:gd name="csY43" fmla="*/ 1124727 h 1909587"/>
              <a:gd name="csX44" fmla="*/ 978066 w 1808613"/>
              <a:gd name="csY44" fmla="*/ 1117107 h 1909587"/>
              <a:gd name="csX45" fmla="*/ 1069506 w 1808613"/>
              <a:gd name="csY45" fmla="*/ 1109487 h 1909587"/>
              <a:gd name="csX46" fmla="*/ 1092366 w 1808613"/>
              <a:gd name="csY46" fmla="*/ 1101867 h 1909587"/>
              <a:gd name="csX47" fmla="*/ 1122846 w 1808613"/>
              <a:gd name="csY47" fmla="*/ 1094247 h 1909587"/>
              <a:gd name="csX48" fmla="*/ 1145706 w 1808613"/>
              <a:gd name="csY48" fmla="*/ 1063767 h 1909587"/>
              <a:gd name="csX49" fmla="*/ 1183806 w 1808613"/>
              <a:gd name="csY49" fmla="*/ 926607 h 1909587"/>
              <a:gd name="csX50" fmla="*/ 1237146 w 1808613"/>
              <a:gd name="csY50" fmla="*/ 934227 h 1909587"/>
              <a:gd name="csX51" fmla="*/ 1343826 w 1808613"/>
              <a:gd name="csY51" fmla="*/ 934227 h 1909587"/>
              <a:gd name="csX52" fmla="*/ 1366686 w 1808613"/>
              <a:gd name="csY52" fmla="*/ 903747 h 1909587"/>
              <a:gd name="csX53" fmla="*/ 1389546 w 1808613"/>
              <a:gd name="csY53" fmla="*/ 858027 h 1909587"/>
              <a:gd name="csX54" fmla="*/ 1412406 w 1808613"/>
              <a:gd name="csY54" fmla="*/ 880887 h 1909587"/>
              <a:gd name="csX55" fmla="*/ 1427646 w 1808613"/>
              <a:gd name="csY55" fmla="*/ 926607 h 1909587"/>
              <a:gd name="csX56" fmla="*/ 1435266 w 1808613"/>
              <a:gd name="csY56" fmla="*/ 949467 h 1909587"/>
              <a:gd name="csX57" fmla="*/ 1465746 w 1808613"/>
              <a:gd name="csY57" fmla="*/ 1002807 h 1909587"/>
              <a:gd name="csX58" fmla="*/ 1480986 w 1808613"/>
              <a:gd name="csY58" fmla="*/ 979947 h 1909587"/>
              <a:gd name="csX59" fmla="*/ 1488606 w 1808613"/>
              <a:gd name="csY59" fmla="*/ 957087 h 1909587"/>
              <a:gd name="csX60" fmla="*/ 1511466 w 1808613"/>
              <a:gd name="csY60" fmla="*/ 979947 h 1909587"/>
              <a:gd name="csX61" fmla="*/ 1526706 w 1808613"/>
              <a:gd name="csY61" fmla="*/ 1033287 h 1909587"/>
              <a:gd name="csX62" fmla="*/ 1407591 w 1808613"/>
              <a:gd name="csY62" fmla="*/ 1148756 h 1909587"/>
              <a:gd name="csX63" fmla="*/ 1450531 w 1808613"/>
              <a:gd name="csY63" fmla="*/ 1223613 h 1909587"/>
              <a:gd name="csX64" fmla="*/ 1771862 w 1808613"/>
              <a:gd name="csY64" fmla="*/ 1136288 h 1909587"/>
              <a:gd name="csX65" fmla="*/ 1800952 w 1808613"/>
              <a:gd name="csY65" fmla="*/ 1056993 h 1909587"/>
              <a:gd name="csX66" fmla="*/ 1612587 w 1808613"/>
              <a:gd name="csY66" fmla="*/ 1094832 h 1909587"/>
              <a:gd name="csX67" fmla="*/ 1537105 w 1808613"/>
              <a:gd name="csY67" fmla="*/ 1092233 h 1909587"/>
              <a:gd name="csX68" fmla="*/ 1650687 w 1808613"/>
              <a:gd name="csY68" fmla="*/ 1040236 h 1909587"/>
              <a:gd name="csX69" fmla="*/ 1659695 w 1808613"/>
              <a:gd name="csY69" fmla="*/ 1016120 h 1909587"/>
              <a:gd name="csX70" fmla="*/ 1587666 w 1808613"/>
              <a:gd name="csY70" fmla="*/ 972327 h 1909587"/>
              <a:gd name="csX71" fmla="*/ 1572426 w 1808613"/>
              <a:gd name="csY71" fmla="*/ 941847 h 1909587"/>
              <a:gd name="csX72" fmla="*/ 1595286 w 1808613"/>
              <a:gd name="csY72" fmla="*/ 926607 h 1909587"/>
              <a:gd name="csX73" fmla="*/ 1648626 w 1808613"/>
              <a:gd name="csY73" fmla="*/ 941847 h 1909587"/>
              <a:gd name="csX74" fmla="*/ 1663866 w 1808613"/>
              <a:gd name="csY74" fmla="*/ 911367 h 1909587"/>
              <a:gd name="csX75" fmla="*/ 1656246 w 1808613"/>
              <a:gd name="csY75" fmla="*/ 865647 h 1909587"/>
              <a:gd name="csX76" fmla="*/ 1633386 w 1808613"/>
              <a:gd name="csY76" fmla="*/ 858027 h 1909587"/>
              <a:gd name="csX77" fmla="*/ 1602906 w 1808613"/>
              <a:gd name="csY77" fmla="*/ 850407 h 1909587"/>
              <a:gd name="csX78" fmla="*/ 1595286 w 1808613"/>
              <a:gd name="csY78" fmla="*/ 819927 h 1909587"/>
              <a:gd name="csX79" fmla="*/ 1587666 w 1808613"/>
              <a:gd name="csY79" fmla="*/ 758967 h 1909587"/>
              <a:gd name="csX80" fmla="*/ 1572426 w 1808613"/>
              <a:gd name="csY80" fmla="*/ 728487 h 1909587"/>
              <a:gd name="csX81" fmla="*/ 1564806 w 1808613"/>
              <a:gd name="csY81" fmla="*/ 698007 h 1909587"/>
              <a:gd name="csX82" fmla="*/ 1701966 w 1808613"/>
              <a:gd name="csY82" fmla="*/ 675147 h 1909587"/>
              <a:gd name="csX83" fmla="*/ 1602260 w 1808613"/>
              <a:gd name="csY83" fmla="*/ 655469 h 1909587"/>
              <a:gd name="csX84" fmla="*/ 1569050 w 1808613"/>
              <a:gd name="csY84" fmla="*/ 594596 h 1909587"/>
              <a:gd name="csX85" fmla="*/ 1657039 w 1808613"/>
              <a:gd name="csY85" fmla="*/ 529695 h 1909587"/>
              <a:gd name="csX86" fmla="*/ 1598859 w 1808613"/>
              <a:gd name="csY86" fmla="*/ 469320 h 1909587"/>
              <a:gd name="csX87" fmla="*/ 1528219 w 1808613"/>
              <a:gd name="csY87" fmla="*/ 388683 h 1909587"/>
              <a:gd name="csX88" fmla="*/ 1353703 w 1808613"/>
              <a:gd name="csY88" fmla="*/ 336014 h 1909587"/>
              <a:gd name="csX89" fmla="*/ 1483888 w 1808613"/>
              <a:gd name="csY89" fmla="*/ 295402 h 1909587"/>
              <a:gd name="csX90" fmla="*/ 1641080 w 1808613"/>
              <a:gd name="csY90" fmla="*/ 252280 h 1909587"/>
              <a:gd name="csX91" fmla="*/ 1777496 w 1808613"/>
              <a:gd name="csY91" fmla="*/ 193918 h 1909587"/>
              <a:gd name="csX92" fmla="*/ 1293598 w 1808613"/>
              <a:gd name="csY92" fmla="*/ 0 h 1909587"/>
              <a:gd name="csX0" fmla="*/ 0 w 1808613"/>
              <a:gd name="csY0" fmla="*/ 1914023 h 1914023"/>
              <a:gd name="csX1" fmla="*/ 150985 w 1808613"/>
              <a:gd name="csY1" fmla="*/ 1906403 h 1914023"/>
              <a:gd name="csX2" fmla="*/ 322746 w 1808613"/>
              <a:gd name="csY2" fmla="*/ 1860683 h 1914023"/>
              <a:gd name="csX3" fmla="*/ 376086 w 1808613"/>
              <a:gd name="csY3" fmla="*/ 1837823 h 1914023"/>
              <a:gd name="csX4" fmla="*/ 398946 w 1808613"/>
              <a:gd name="csY4" fmla="*/ 1822583 h 1914023"/>
              <a:gd name="csX5" fmla="*/ 505626 w 1808613"/>
              <a:gd name="csY5" fmla="*/ 1807343 h 1914023"/>
              <a:gd name="csX6" fmla="*/ 505626 w 1808613"/>
              <a:gd name="csY6" fmla="*/ 1731143 h 1914023"/>
              <a:gd name="csX7" fmla="*/ 482766 w 1808613"/>
              <a:gd name="csY7" fmla="*/ 1715903 h 1914023"/>
              <a:gd name="csX8" fmla="*/ 467526 w 1808613"/>
              <a:gd name="csY8" fmla="*/ 1693043 h 1914023"/>
              <a:gd name="csX9" fmla="*/ 490386 w 1808613"/>
              <a:gd name="csY9" fmla="*/ 1677803 h 1914023"/>
              <a:gd name="csX10" fmla="*/ 543726 w 1808613"/>
              <a:gd name="csY10" fmla="*/ 1685423 h 1914023"/>
              <a:gd name="csX11" fmla="*/ 551346 w 1808613"/>
              <a:gd name="csY11" fmla="*/ 1708283 h 1914023"/>
              <a:gd name="csX12" fmla="*/ 581826 w 1808613"/>
              <a:gd name="csY12" fmla="*/ 1761623 h 1914023"/>
              <a:gd name="csX13" fmla="*/ 597066 w 1808613"/>
              <a:gd name="csY13" fmla="*/ 1792103 h 1914023"/>
              <a:gd name="csX14" fmla="*/ 612306 w 1808613"/>
              <a:gd name="csY14" fmla="*/ 1769243 h 1914023"/>
              <a:gd name="csX15" fmla="*/ 627546 w 1808613"/>
              <a:gd name="csY15" fmla="*/ 1731143 h 1914023"/>
              <a:gd name="csX16" fmla="*/ 650406 w 1808613"/>
              <a:gd name="csY16" fmla="*/ 1746383 h 1914023"/>
              <a:gd name="csX17" fmla="*/ 688506 w 1808613"/>
              <a:gd name="csY17" fmla="*/ 1723523 h 1914023"/>
              <a:gd name="csX18" fmla="*/ 749466 w 1808613"/>
              <a:gd name="csY18" fmla="*/ 1731143 h 1914023"/>
              <a:gd name="csX19" fmla="*/ 764706 w 1808613"/>
              <a:gd name="csY19" fmla="*/ 1708283 h 1914023"/>
              <a:gd name="csX20" fmla="*/ 749466 w 1808613"/>
              <a:gd name="csY20" fmla="*/ 1685423 h 1914023"/>
              <a:gd name="csX21" fmla="*/ 696126 w 1808613"/>
              <a:gd name="csY21" fmla="*/ 1654943 h 1914023"/>
              <a:gd name="csX22" fmla="*/ 718986 w 1808613"/>
              <a:gd name="csY22" fmla="*/ 1639703 h 1914023"/>
              <a:gd name="csX23" fmla="*/ 833286 w 1808613"/>
              <a:gd name="csY23" fmla="*/ 1662563 h 1914023"/>
              <a:gd name="csX24" fmla="*/ 955206 w 1808613"/>
              <a:gd name="csY24" fmla="*/ 1654943 h 1914023"/>
              <a:gd name="csX25" fmla="*/ 985686 w 1808613"/>
              <a:gd name="csY25" fmla="*/ 1662563 h 1914023"/>
              <a:gd name="csX26" fmla="*/ 1077126 w 1808613"/>
              <a:gd name="csY26" fmla="*/ 1647323 h 1914023"/>
              <a:gd name="csX27" fmla="*/ 1099986 w 1808613"/>
              <a:gd name="csY27" fmla="*/ 1632083 h 1914023"/>
              <a:gd name="csX28" fmla="*/ 1092366 w 1808613"/>
              <a:gd name="csY28" fmla="*/ 1571123 h 1914023"/>
              <a:gd name="csX29" fmla="*/ 1069506 w 1808613"/>
              <a:gd name="csY29" fmla="*/ 1555883 h 1914023"/>
              <a:gd name="csX30" fmla="*/ 1054266 w 1808613"/>
              <a:gd name="csY30" fmla="*/ 1533023 h 1914023"/>
              <a:gd name="csX31" fmla="*/ 1084746 w 1808613"/>
              <a:gd name="csY31" fmla="*/ 1510163 h 1914023"/>
              <a:gd name="csX32" fmla="*/ 1145706 w 1808613"/>
              <a:gd name="csY32" fmla="*/ 1502543 h 1914023"/>
              <a:gd name="csX33" fmla="*/ 1115226 w 1808613"/>
              <a:gd name="csY33" fmla="*/ 1426343 h 1914023"/>
              <a:gd name="csX34" fmla="*/ 1092366 w 1808613"/>
              <a:gd name="csY34" fmla="*/ 1403483 h 1914023"/>
              <a:gd name="csX35" fmla="*/ 1092366 w 1808613"/>
              <a:gd name="csY35" fmla="*/ 1327283 h 1914023"/>
              <a:gd name="csX36" fmla="*/ 1115226 w 1808613"/>
              <a:gd name="csY36" fmla="*/ 1304423 h 1914023"/>
              <a:gd name="csX37" fmla="*/ 1130466 w 1808613"/>
              <a:gd name="csY37" fmla="*/ 1266323 h 1914023"/>
              <a:gd name="csX38" fmla="*/ 1115226 w 1808613"/>
              <a:gd name="csY38" fmla="*/ 1243463 h 1914023"/>
              <a:gd name="csX39" fmla="*/ 1000926 w 1808613"/>
              <a:gd name="csY39" fmla="*/ 1235843 h 1914023"/>
              <a:gd name="csX40" fmla="*/ 978066 w 1808613"/>
              <a:gd name="csY40" fmla="*/ 1205363 h 1914023"/>
              <a:gd name="csX41" fmla="*/ 947586 w 1808613"/>
              <a:gd name="csY41" fmla="*/ 1182503 h 1914023"/>
              <a:gd name="csX42" fmla="*/ 939966 w 1808613"/>
              <a:gd name="csY42" fmla="*/ 1152023 h 1914023"/>
              <a:gd name="csX43" fmla="*/ 955206 w 1808613"/>
              <a:gd name="csY43" fmla="*/ 1129163 h 1914023"/>
              <a:gd name="csX44" fmla="*/ 978066 w 1808613"/>
              <a:gd name="csY44" fmla="*/ 1121543 h 1914023"/>
              <a:gd name="csX45" fmla="*/ 1069506 w 1808613"/>
              <a:gd name="csY45" fmla="*/ 1113923 h 1914023"/>
              <a:gd name="csX46" fmla="*/ 1092366 w 1808613"/>
              <a:gd name="csY46" fmla="*/ 1106303 h 1914023"/>
              <a:gd name="csX47" fmla="*/ 1122846 w 1808613"/>
              <a:gd name="csY47" fmla="*/ 1098683 h 1914023"/>
              <a:gd name="csX48" fmla="*/ 1145706 w 1808613"/>
              <a:gd name="csY48" fmla="*/ 1068203 h 1914023"/>
              <a:gd name="csX49" fmla="*/ 1183806 w 1808613"/>
              <a:gd name="csY49" fmla="*/ 931043 h 1914023"/>
              <a:gd name="csX50" fmla="*/ 1237146 w 1808613"/>
              <a:gd name="csY50" fmla="*/ 938663 h 1914023"/>
              <a:gd name="csX51" fmla="*/ 1343826 w 1808613"/>
              <a:gd name="csY51" fmla="*/ 938663 h 1914023"/>
              <a:gd name="csX52" fmla="*/ 1366686 w 1808613"/>
              <a:gd name="csY52" fmla="*/ 908183 h 1914023"/>
              <a:gd name="csX53" fmla="*/ 1389546 w 1808613"/>
              <a:gd name="csY53" fmla="*/ 862463 h 1914023"/>
              <a:gd name="csX54" fmla="*/ 1412406 w 1808613"/>
              <a:gd name="csY54" fmla="*/ 885323 h 1914023"/>
              <a:gd name="csX55" fmla="*/ 1427646 w 1808613"/>
              <a:gd name="csY55" fmla="*/ 931043 h 1914023"/>
              <a:gd name="csX56" fmla="*/ 1435266 w 1808613"/>
              <a:gd name="csY56" fmla="*/ 953903 h 1914023"/>
              <a:gd name="csX57" fmla="*/ 1465746 w 1808613"/>
              <a:gd name="csY57" fmla="*/ 1007243 h 1914023"/>
              <a:gd name="csX58" fmla="*/ 1480986 w 1808613"/>
              <a:gd name="csY58" fmla="*/ 984383 h 1914023"/>
              <a:gd name="csX59" fmla="*/ 1488606 w 1808613"/>
              <a:gd name="csY59" fmla="*/ 961523 h 1914023"/>
              <a:gd name="csX60" fmla="*/ 1511466 w 1808613"/>
              <a:gd name="csY60" fmla="*/ 984383 h 1914023"/>
              <a:gd name="csX61" fmla="*/ 1526706 w 1808613"/>
              <a:gd name="csY61" fmla="*/ 1037723 h 1914023"/>
              <a:gd name="csX62" fmla="*/ 1407591 w 1808613"/>
              <a:gd name="csY62" fmla="*/ 1153192 h 1914023"/>
              <a:gd name="csX63" fmla="*/ 1450531 w 1808613"/>
              <a:gd name="csY63" fmla="*/ 1228049 h 1914023"/>
              <a:gd name="csX64" fmla="*/ 1771862 w 1808613"/>
              <a:gd name="csY64" fmla="*/ 1140724 h 1914023"/>
              <a:gd name="csX65" fmla="*/ 1800952 w 1808613"/>
              <a:gd name="csY65" fmla="*/ 1061429 h 1914023"/>
              <a:gd name="csX66" fmla="*/ 1612587 w 1808613"/>
              <a:gd name="csY66" fmla="*/ 1099268 h 1914023"/>
              <a:gd name="csX67" fmla="*/ 1537105 w 1808613"/>
              <a:gd name="csY67" fmla="*/ 1096669 h 1914023"/>
              <a:gd name="csX68" fmla="*/ 1650687 w 1808613"/>
              <a:gd name="csY68" fmla="*/ 1044672 h 1914023"/>
              <a:gd name="csX69" fmla="*/ 1659695 w 1808613"/>
              <a:gd name="csY69" fmla="*/ 1020556 h 1914023"/>
              <a:gd name="csX70" fmla="*/ 1587666 w 1808613"/>
              <a:gd name="csY70" fmla="*/ 976763 h 1914023"/>
              <a:gd name="csX71" fmla="*/ 1572426 w 1808613"/>
              <a:gd name="csY71" fmla="*/ 946283 h 1914023"/>
              <a:gd name="csX72" fmla="*/ 1595286 w 1808613"/>
              <a:gd name="csY72" fmla="*/ 931043 h 1914023"/>
              <a:gd name="csX73" fmla="*/ 1648626 w 1808613"/>
              <a:gd name="csY73" fmla="*/ 946283 h 1914023"/>
              <a:gd name="csX74" fmla="*/ 1663866 w 1808613"/>
              <a:gd name="csY74" fmla="*/ 915803 h 1914023"/>
              <a:gd name="csX75" fmla="*/ 1656246 w 1808613"/>
              <a:gd name="csY75" fmla="*/ 870083 h 1914023"/>
              <a:gd name="csX76" fmla="*/ 1633386 w 1808613"/>
              <a:gd name="csY76" fmla="*/ 862463 h 1914023"/>
              <a:gd name="csX77" fmla="*/ 1602906 w 1808613"/>
              <a:gd name="csY77" fmla="*/ 854843 h 1914023"/>
              <a:gd name="csX78" fmla="*/ 1595286 w 1808613"/>
              <a:gd name="csY78" fmla="*/ 824363 h 1914023"/>
              <a:gd name="csX79" fmla="*/ 1587666 w 1808613"/>
              <a:gd name="csY79" fmla="*/ 763403 h 1914023"/>
              <a:gd name="csX80" fmla="*/ 1572426 w 1808613"/>
              <a:gd name="csY80" fmla="*/ 732923 h 1914023"/>
              <a:gd name="csX81" fmla="*/ 1564806 w 1808613"/>
              <a:gd name="csY81" fmla="*/ 702443 h 1914023"/>
              <a:gd name="csX82" fmla="*/ 1701966 w 1808613"/>
              <a:gd name="csY82" fmla="*/ 679583 h 1914023"/>
              <a:gd name="csX83" fmla="*/ 1602260 w 1808613"/>
              <a:gd name="csY83" fmla="*/ 659905 h 1914023"/>
              <a:gd name="csX84" fmla="*/ 1569050 w 1808613"/>
              <a:gd name="csY84" fmla="*/ 599032 h 1914023"/>
              <a:gd name="csX85" fmla="*/ 1657039 w 1808613"/>
              <a:gd name="csY85" fmla="*/ 534131 h 1914023"/>
              <a:gd name="csX86" fmla="*/ 1598859 w 1808613"/>
              <a:gd name="csY86" fmla="*/ 473756 h 1914023"/>
              <a:gd name="csX87" fmla="*/ 1528219 w 1808613"/>
              <a:gd name="csY87" fmla="*/ 393119 h 1914023"/>
              <a:gd name="csX88" fmla="*/ 1353703 w 1808613"/>
              <a:gd name="csY88" fmla="*/ 340450 h 1914023"/>
              <a:gd name="csX89" fmla="*/ 1483888 w 1808613"/>
              <a:gd name="csY89" fmla="*/ 299838 h 1914023"/>
              <a:gd name="csX90" fmla="*/ 1641080 w 1808613"/>
              <a:gd name="csY90" fmla="*/ 256716 h 1914023"/>
              <a:gd name="csX91" fmla="*/ 1777496 w 1808613"/>
              <a:gd name="csY91" fmla="*/ 20844 h 1914023"/>
              <a:gd name="csX92" fmla="*/ 1293598 w 1808613"/>
              <a:gd name="csY92" fmla="*/ 4436 h 1914023"/>
              <a:gd name="csX0" fmla="*/ 0 w 1812518"/>
              <a:gd name="csY0" fmla="*/ 1914023 h 1914023"/>
              <a:gd name="csX1" fmla="*/ 150985 w 1812518"/>
              <a:gd name="csY1" fmla="*/ 1906403 h 1914023"/>
              <a:gd name="csX2" fmla="*/ 322746 w 1812518"/>
              <a:gd name="csY2" fmla="*/ 1860683 h 1914023"/>
              <a:gd name="csX3" fmla="*/ 376086 w 1812518"/>
              <a:gd name="csY3" fmla="*/ 1837823 h 1914023"/>
              <a:gd name="csX4" fmla="*/ 398946 w 1812518"/>
              <a:gd name="csY4" fmla="*/ 1822583 h 1914023"/>
              <a:gd name="csX5" fmla="*/ 505626 w 1812518"/>
              <a:gd name="csY5" fmla="*/ 1807343 h 1914023"/>
              <a:gd name="csX6" fmla="*/ 505626 w 1812518"/>
              <a:gd name="csY6" fmla="*/ 1731143 h 1914023"/>
              <a:gd name="csX7" fmla="*/ 482766 w 1812518"/>
              <a:gd name="csY7" fmla="*/ 1715903 h 1914023"/>
              <a:gd name="csX8" fmla="*/ 467526 w 1812518"/>
              <a:gd name="csY8" fmla="*/ 1693043 h 1914023"/>
              <a:gd name="csX9" fmla="*/ 490386 w 1812518"/>
              <a:gd name="csY9" fmla="*/ 1677803 h 1914023"/>
              <a:gd name="csX10" fmla="*/ 543726 w 1812518"/>
              <a:gd name="csY10" fmla="*/ 1685423 h 1914023"/>
              <a:gd name="csX11" fmla="*/ 551346 w 1812518"/>
              <a:gd name="csY11" fmla="*/ 1708283 h 1914023"/>
              <a:gd name="csX12" fmla="*/ 581826 w 1812518"/>
              <a:gd name="csY12" fmla="*/ 1761623 h 1914023"/>
              <a:gd name="csX13" fmla="*/ 597066 w 1812518"/>
              <a:gd name="csY13" fmla="*/ 1792103 h 1914023"/>
              <a:gd name="csX14" fmla="*/ 612306 w 1812518"/>
              <a:gd name="csY14" fmla="*/ 1769243 h 1914023"/>
              <a:gd name="csX15" fmla="*/ 627546 w 1812518"/>
              <a:gd name="csY15" fmla="*/ 1731143 h 1914023"/>
              <a:gd name="csX16" fmla="*/ 650406 w 1812518"/>
              <a:gd name="csY16" fmla="*/ 1746383 h 1914023"/>
              <a:gd name="csX17" fmla="*/ 688506 w 1812518"/>
              <a:gd name="csY17" fmla="*/ 1723523 h 1914023"/>
              <a:gd name="csX18" fmla="*/ 749466 w 1812518"/>
              <a:gd name="csY18" fmla="*/ 1731143 h 1914023"/>
              <a:gd name="csX19" fmla="*/ 764706 w 1812518"/>
              <a:gd name="csY19" fmla="*/ 1708283 h 1914023"/>
              <a:gd name="csX20" fmla="*/ 749466 w 1812518"/>
              <a:gd name="csY20" fmla="*/ 1685423 h 1914023"/>
              <a:gd name="csX21" fmla="*/ 696126 w 1812518"/>
              <a:gd name="csY21" fmla="*/ 1654943 h 1914023"/>
              <a:gd name="csX22" fmla="*/ 718986 w 1812518"/>
              <a:gd name="csY22" fmla="*/ 1639703 h 1914023"/>
              <a:gd name="csX23" fmla="*/ 833286 w 1812518"/>
              <a:gd name="csY23" fmla="*/ 1662563 h 1914023"/>
              <a:gd name="csX24" fmla="*/ 955206 w 1812518"/>
              <a:gd name="csY24" fmla="*/ 1654943 h 1914023"/>
              <a:gd name="csX25" fmla="*/ 985686 w 1812518"/>
              <a:gd name="csY25" fmla="*/ 1662563 h 1914023"/>
              <a:gd name="csX26" fmla="*/ 1077126 w 1812518"/>
              <a:gd name="csY26" fmla="*/ 1647323 h 1914023"/>
              <a:gd name="csX27" fmla="*/ 1099986 w 1812518"/>
              <a:gd name="csY27" fmla="*/ 1632083 h 1914023"/>
              <a:gd name="csX28" fmla="*/ 1092366 w 1812518"/>
              <a:gd name="csY28" fmla="*/ 1571123 h 1914023"/>
              <a:gd name="csX29" fmla="*/ 1069506 w 1812518"/>
              <a:gd name="csY29" fmla="*/ 1555883 h 1914023"/>
              <a:gd name="csX30" fmla="*/ 1054266 w 1812518"/>
              <a:gd name="csY30" fmla="*/ 1533023 h 1914023"/>
              <a:gd name="csX31" fmla="*/ 1084746 w 1812518"/>
              <a:gd name="csY31" fmla="*/ 1510163 h 1914023"/>
              <a:gd name="csX32" fmla="*/ 1145706 w 1812518"/>
              <a:gd name="csY32" fmla="*/ 1502543 h 1914023"/>
              <a:gd name="csX33" fmla="*/ 1115226 w 1812518"/>
              <a:gd name="csY33" fmla="*/ 1426343 h 1914023"/>
              <a:gd name="csX34" fmla="*/ 1092366 w 1812518"/>
              <a:gd name="csY34" fmla="*/ 1403483 h 1914023"/>
              <a:gd name="csX35" fmla="*/ 1092366 w 1812518"/>
              <a:gd name="csY35" fmla="*/ 1327283 h 1914023"/>
              <a:gd name="csX36" fmla="*/ 1115226 w 1812518"/>
              <a:gd name="csY36" fmla="*/ 1304423 h 1914023"/>
              <a:gd name="csX37" fmla="*/ 1130466 w 1812518"/>
              <a:gd name="csY37" fmla="*/ 1266323 h 1914023"/>
              <a:gd name="csX38" fmla="*/ 1115226 w 1812518"/>
              <a:gd name="csY38" fmla="*/ 1243463 h 1914023"/>
              <a:gd name="csX39" fmla="*/ 1000926 w 1812518"/>
              <a:gd name="csY39" fmla="*/ 1235843 h 1914023"/>
              <a:gd name="csX40" fmla="*/ 978066 w 1812518"/>
              <a:gd name="csY40" fmla="*/ 1205363 h 1914023"/>
              <a:gd name="csX41" fmla="*/ 947586 w 1812518"/>
              <a:gd name="csY41" fmla="*/ 1182503 h 1914023"/>
              <a:gd name="csX42" fmla="*/ 939966 w 1812518"/>
              <a:gd name="csY42" fmla="*/ 1152023 h 1914023"/>
              <a:gd name="csX43" fmla="*/ 955206 w 1812518"/>
              <a:gd name="csY43" fmla="*/ 1129163 h 1914023"/>
              <a:gd name="csX44" fmla="*/ 978066 w 1812518"/>
              <a:gd name="csY44" fmla="*/ 1121543 h 1914023"/>
              <a:gd name="csX45" fmla="*/ 1069506 w 1812518"/>
              <a:gd name="csY45" fmla="*/ 1113923 h 1914023"/>
              <a:gd name="csX46" fmla="*/ 1092366 w 1812518"/>
              <a:gd name="csY46" fmla="*/ 1106303 h 1914023"/>
              <a:gd name="csX47" fmla="*/ 1122846 w 1812518"/>
              <a:gd name="csY47" fmla="*/ 1098683 h 1914023"/>
              <a:gd name="csX48" fmla="*/ 1145706 w 1812518"/>
              <a:gd name="csY48" fmla="*/ 1068203 h 1914023"/>
              <a:gd name="csX49" fmla="*/ 1183806 w 1812518"/>
              <a:gd name="csY49" fmla="*/ 931043 h 1914023"/>
              <a:gd name="csX50" fmla="*/ 1237146 w 1812518"/>
              <a:gd name="csY50" fmla="*/ 938663 h 1914023"/>
              <a:gd name="csX51" fmla="*/ 1343826 w 1812518"/>
              <a:gd name="csY51" fmla="*/ 938663 h 1914023"/>
              <a:gd name="csX52" fmla="*/ 1366686 w 1812518"/>
              <a:gd name="csY52" fmla="*/ 908183 h 1914023"/>
              <a:gd name="csX53" fmla="*/ 1389546 w 1812518"/>
              <a:gd name="csY53" fmla="*/ 862463 h 1914023"/>
              <a:gd name="csX54" fmla="*/ 1412406 w 1812518"/>
              <a:gd name="csY54" fmla="*/ 885323 h 1914023"/>
              <a:gd name="csX55" fmla="*/ 1427646 w 1812518"/>
              <a:gd name="csY55" fmla="*/ 931043 h 1914023"/>
              <a:gd name="csX56" fmla="*/ 1435266 w 1812518"/>
              <a:gd name="csY56" fmla="*/ 953903 h 1914023"/>
              <a:gd name="csX57" fmla="*/ 1465746 w 1812518"/>
              <a:gd name="csY57" fmla="*/ 1007243 h 1914023"/>
              <a:gd name="csX58" fmla="*/ 1480986 w 1812518"/>
              <a:gd name="csY58" fmla="*/ 984383 h 1914023"/>
              <a:gd name="csX59" fmla="*/ 1488606 w 1812518"/>
              <a:gd name="csY59" fmla="*/ 961523 h 1914023"/>
              <a:gd name="csX60" fmla="*/ 1511466 w 1812518"/>
              <a:gd name="csY60" fmla="*/ 984383 h 1914023"/>
              <a:gd name="csX61" fmla="*/ 1526706 w 1812518"/>
              <a:gd name="csY61" fmla="*/ 1037723 h 1914023"/>
              <a:gd name="csX62" fmla="*/ 1407591 w 1812518"/>
              <a:gd name="csY62" fmla="*/ 1153192 h 1914023"/>
              <a:gd name="csX63" fmla="*/ 1450531 w 1812518"/>
              <a:gd name="csY63" fmla="*/ 1228049 h 1914023"/>
              <a:gd name="csX64" fmla="*/ 1771862 w 1812518"/>
              <a:gd name="csY64" fmla="*/ 1140724 h 1914023"/>
              <a:gd name="csX65" fmla="*/ 1800952 w 1812518"/>
              <a:gd name="csY65" fmla="*/ 1061429 h 1914023"/>
              <a:gd name="csX66" fmla="*/ 1612587 w 1812518"/>
              <a:gd name="csY66" fmla="*/ 1099268 h 1914023"/>
              <a:gd name="csX67" fmla="*/ 1537105 w 1812518"/>
              <a:gd name="csY67" fmla="*/ 1096669 h 1914023"/>
              <a:gd name="csX68" fmla="*/ 1650687 w 1812518"/>
              <a:gd name="csY68" fmla="*/ 1044672 h 1914023"/>
              <a:gd name="csX69" fmla="*/ 1659695 w 1812518"/>
              <a:gd name="csY69" fmla="*/ 1020556 h 1914023"/>
              <a:gd name="csX70" fmla="*/ 1587666 w 1812518"/>
              <a:gd name="csY70" fmla="*/ 976763 h 1914023"/>
              <a:gd name="csX71" fmla="*/ 1572426 w 1812518"/>
              <a:gd name="csY71" fmla="*/ 946283 h 1914023"/>
              <a:gd name="csX72" fmla="*/ 1595286 w 1812518"/>
              <a:gd name="csY72" fmla="*/ 931043 h 1914023"/>
              <a:gd name="csX73" fmla="*/ 1648626 w 1812518"/>
              <a:gd name="csY73" fmla="*/ 946283 h 1914023"/>
              <a:gd name="csX74" fmla="*/ 1663866 w 1812518"/>
              <a:gd name="csY74" fmla="*/ 915803 h 1914023"/>
              <a:gd name="csX75" fmla="*/ 1656246 w 1812518"/>
              <a:gd name="csY75" fmla="*/ 870083 h 1914023"/>
              <a:gd name="csX76" fmla="*/ 1633386 w 1812518"/>
              <a:gd name="csY76" fmla="*/ 862463 h 1914023"/>
              <a:gd name="csX77" fmla="*/ 1602906 w 1812518"/>
              <a:gd name="csY77" fmla="*/ 854843 h 1914023"/>
              <a:gd name="csX78" fmla="*/ 1595286 w 1812518"/>
              <a:gd name="csY78" fmla="*/ 824363 h 1914023"/>
              <a:gd name="csX79" fmla="*/ 1587666 w 1812518"/>
              <a:gd name="csY79" fmla="*/ 763403 h 1914023"/>
              <a:gd name="csX80" fmla="*/ 1572426 w 1812518"/>
              <a:gd name="csY80" fmla="*/ 732923 h 1914023"/>
              <a:gd name="csX81" fmla="*/ 1564806 w 1812518"/>
              <a:gd name="csY81" fmla="*/ 702443 h 1914023"/>
              <a:gd name="csX82" fmla="*/ 1701966 w 1812518"/>
              <a:gd name="csY82" fmla="*/ 679583 h 1914023"/>
              <a:gd name="csX83" fmla="*/ 1602260 w 1812518"/>
              <a:gd name="csY83" fmla="*/ 659905 h 1914023"/>
              <a:gd name="csX84" fmla="*/ 1569050 w 1812518"/>
              <a:gd name="csY84" fmla="*/ 599032 h 1914023"/>
              <a:gd name="csX85" fmla="*/ 1657039 w 1812518"/>
              <a:gd name="csY85" fmla="*/ 534131 h 1914023"/>
              <a:gd name="csX86" fmla="*/ 1598859 w 1812518"/>
              <a:gd name="csY86" fmla="*/ 473756 h 1914023"/>
              <a:gd name="csX87" fmla="*/ 1528219 w 1812518"/>
              <a:gd name="csY87" fmla="*/ 393119 h 1914023"/>
              <a:gd name="csX88" fmla="*/ 1353703 w 1812518"/>
              <a:gd name="csY88" fmla="*/ 340450 h 1914023"/>
              <a:gd name="csX89" fmla="*/ 1483888 w 1812518"/>
              <a:gd name="csY89" fmla="*/ 299838 h 1914023"/>
              <a:gd name="csX90" fmla="*/ 1641080 w 1812518"/>
              <a:gd name="csY90" fmla="*/ 256716 h 1914023"/>
              <a:gd name="csX91" fmla="*/ 1771425 w 1812518"/>
              <a:gd name="csY91" fmla="*/ 137568 h 1914023"/>
              <a:gd name="csX92" fmla="*/ 1777496 w 1812518"/>
              <a:gd name="csY92" fmla="*/ 20844 h 1914023"/>
              <a:gd name="csX93" fmla="*/ 1293598 w 1812518"/>
              <a:gd name="csY93" fmla="*/ 4436 h 1914023"/>
              <a:gd name="csX0" fmla="*/ 0 w 1812518"/>
              <a:gd name="csY0" fmla="*/ 1914023 h 1914023"/>
              <a:gd name="csX1" fmla="*/ 150985 w 1812518"/>
              <a:gd name="csY1" fmla="*/ 1906403 h 1914023"/>
              <a:gd name="csX2" fmla="*/ 322746 w 1812518"/>
              <a:gd name="csY2" fmla="*/ 1860683 h 1914023"/>
              <a:gd name="csX3" fmla="*/ 376086 w 1812518"/>
              <a:gd name="csY3" fmla="*/ 1837823 h 1914023"/>
              <a:gd name="csX4" fmla="*/ 398946 w 1812518"/>
              <a:gd name="csY4" fmla="*/ 1822583 h 1914023"/>
              <a:gd name="csX5" fmla="*/ 505626 w 1812518"/>
              <a:gd name="csY5" fmla="*/ 1807343 h 1914023"/>
              <a:gd name="csX6" fmla="*/ 505626 w 1812518"/>
              <a:gd name="csY6" fmla="*/ 1731143 h 1914023"/>
              <a:gd name="csX7" fmla="*/ 482766 w 1812518"/>
              <a:gd name="csY7" fmla="*/ 1715903 h 1914023"/>
              <a:gd name="csX8" fmla="*/ 467526 w 1812518"/>
              <a:gd name="csY8" fmla="*/ 1693043 h 1914023"/>
              <a:gd name="csX9" fmla="*/ 490386 w 1812518"/>
              <a:gd name="csY9" fmla="*/ 1677803 h 1914023"/>
              <a:gd name="csX10" fmla="*/ 543726 w 1812518"/>
              <a:gd name="csY10" fmla="*/ 1685423 h 1914023"/>
              <a:gd name="csX11" fmla="*/ 551346 w 1812518"/>
              <a:gd name="csY11" fmla="*/ 1708283 h 1914023"/>
              <a:gd name="csX12" fmla="*/ 581826 w 1812518"/>
              <a:gd name="csY12" fmla="*/ 1761623 h 1914023"/>
              <a:gd name="csX13" fmla="*/ 597066 w 1812518"/>
              <a:gd name="csY13" fmla="*/ 1792103 h 1914023"/>
              <a:gd name="csX14" fmla="*/ 612306 w 1812518"/>
              <a:gd name="csY14" fmla="*/ 1769243 h 1914023"/>
              <a:gd name="csX15" fmla="*/ 627546 w 1812518"/>
              <a:gd name="csY15" fmla="*/ 1731143 h 1914023"/>
              <a:gd name="csX16" fmla="*/ 650406 w 1812518"/>
              <a:gd name="csY16" fmla="*/ 1746383 h 1914023"/>
              <a:gd name="csX17" fmla="*/ 688506 w 1812518"/>
              <a:gd name="csY17" fmla="*/ 1723523 h 1914023"/>
              <a:gd name="csX18" fmla="*/ 749466 w 1812518"/>
              <a:gd name="csY18" fmla="*/ 1731143 h 1914023"/>
              <a:gd name="csX19" fmla="*/ 764706 w 1812518"/>
              <a:gd name="csY19" fmla="*/ 1708283 h 1914023"/>
              <a:gd name="csX20" fmla="*/ 749466 w 1812518"/>
              <a:gd name="csY20" fmla="*/ 1685423 h 1914023"/>
              <a:gd name="csX21" fmla="*/ 696126 w 1812518"/>
              <a:gd name="csY21" fmla="*/ 1654943 h 1914023"/>
              <a:gd name="csX22" fmla="*/ 718986 w 1812518"/>
              <a:gd name="csY22" fmla="*/ 1639703 h 1914023"/>
              <a:gd name="csX23" fmla="*/ 833286 w 1812518"/>
              <a:gd name="csY23" fmla="*/ 1662563 h 1914023"/>
              <a:gd name="csX24" fmla="*/ 955206 w 1812518"/>
              <a:gd name="csY24" fmla="*/ 1654943 h 1914023"/>
              <a:gd name="csX25" fmla="*/ 985686 w 1812518"/>
              <a:gd name="csY25" fmla="*/ 1662563 h 1914023"/>
              <a:gd name="csX26" fmla="*/ 1077126 w 1812518"/>
              <a:gd name="csY26" fmla="*/ 1647323 h 1914023"/>
              <a:gd name="csX27" fmla="*/ 1099986 w 1812518"/>
              <a:gd name="csY27" fmla="*/ 1632083 h 1914023"/>
              <a:gd name="csX28" fmla="*/ 1092366 w 1812518"/>
              <a:gd name="csY28" fmla="*/ 1571123 h 1914023"/>
              <a:gd name="csX29" fmla="*/ 1069506 w 1812518"/>
              <a:gd name="csY29" fmla="*/ 1555883 h 1914023"/>
              <a:gd name="csX30" fmla="*/ 1054266 w 1812518"/>
              <a:gd name="csY30" fmla="*/ 1533023 h 1914023"/>
              <a:gd name="csX31" fmla="*/ 1084746 w 1812518"/>
              <a:gd name="csY31" fmla="*/ 1510163 h 1914023"/>
              <a:gd name="csX32" fmla="*/ 1145706 w 1812518"/>
              <a:gd name="csY32" fmla="*/ 1502543 h 1914023"/>
              <a:gd name="csX33" fmla="*/ 1115226 w 1812518"/>
              <a:gd name="csY33" fmla="*/ 1426343 h 1914023"/>
              <a:gd name="csX34" fmla="*/ 1092366 w 1812518"/>
              <a:gd name="csY34" fmla="*/ 1403483 h 1914023"/>
              <a:gd name="csX35" fmla="*/ 1092366 w 1812518"/>
              <a:gd name="csY35" fmla="*/ 1327283 h 1914023"/>
              <a:gd name="csX36" fmla="*/ 1115226 w 1812518"/>
              <a:gd name="csY36" fmla="*/ 1304423 h 1914023"/>
              <a:gd name="csX37" fmla="*/ 1130466 w 1812518"/>
              <a:gd name="csY37" fmla="*/ 1266323 h 1914023"/>
              <a:gd name="csX38" fmla="*/ 1115226 w 1812518"/>
              <a:gd name="csY38" fmla="*/ 1243463 h 1914023"/>
              <a:gd name="csX39" fmla="*/ 1000926 w 1812518"/>
              <a:gd name="csY39" fmla="*/ 1235843 h 1914023"/>
              <a:gd name="csX40" fmla="*/ 978066 w 1812518"/>
              <a:gd name="csY40" fmla="*/ 1205363 h 1914023"/>
              <a:gd name="csX41" fmla="*/ 947586 w 1812518"/>
              <a:gd name="csY41" fmla="*/ 1182503 h 1914023"/>
              <a:gd name="csX42" fmla="*/ 939966 w 1812518"/>
              <a:gd name="csY42" fmla="*/ 1152023 h 1914023"/>
              <a:gd name="csX43" fmla="*/ 955206 w 1812518"/>
              <a:gd name="csY43" fmla="*/ 1129163 h 1914023"/>
              <a:gd name="csX44" fmla="*/ 978066 w 1812518"/>
              <a:gd name="csY44" fmla="*/ 1121543 h 1914023"/>
              <a:gd name="csX45" fmla="*/ 1069506 w 1812518"/>
              <a:gd name="csY45" fmla="*/ 1113923 h 1914023"/>
              <a:gd name="csX46" fmla="*/ 1092366 w 1812518"/>
              <a:gd name="csY46" fmla="*/ 1106303 h 1914023"/>
              <a:gd name="csX47" fmla="*/ 1122846 w 1812518"/>
              <a:gd name="csY47" fmla="*/ 1098683 h 1914023"/>
              <a:gd name="csX48" fmla="*/ 1145706 w 1812518"/>
              <a:gd name="csY48" fmla="*/ 1068203 h 1914023"/>
              <a:gd name="csX49" fmla="*/ 1183806 w 1812518"/>
              <a:gd name="csY49" fmla="*/ 931043 h 1914023"/>
              <a:gd name="csX50" fmla="*/ 1237146 w 1812518"/>
              <a:gd name="csY50" fmla="*/ 938663 h 1914023"/>
              <a:gd name="csX51" fmla="*/ 1343826 w 1812518"/>
              <a:gd name="csY51" fmla="*/ 938663 h 1914023"/>
              <a:gd name="csX52" fmla="*/ 1366686 w 1812518"/>
              <a:gd name="csY52" fmla="*/ 908183 h 1914023"/>
              <a:gd name="csX53" fmla="*/ 1389546 w 1812518"/>
              <a:gd name="csY53" fmla="*/ 862463 h 1914023"/>
              <a:gd name="csX54" fmla="*/ 1412406 w 1812518"/>
              <a:gd name="csY54" fmla="*/ 885323 h 1914023"/>
              <a:gd name="csX55" fmla="*/ 1427646 w 1812518"/>
              <a:gd name="csY55" fmla="*/ 931043 h 1914023"/>
              <a:gd name="csX56" fmla="*/ 1435266 w 1812518"/>
              <a:gd name="csY56" fmla="*/ 953903 h 1914023"/>
              <a:gd name="csX57" fmla="*/ 1465746 w 1812518"/>
              <a:gd name="csY57" fmla="*/ 1007243 h 1914023"/>
              <a:gd name="csX58" fmla="*/ 1480986 w 1812518"/>
              <a:gd name="csY58" fmla="*/ 984383 h 1914023"/>
              <a:gd name="csX59" fmla="*/ 1488606 w 1812518"/>
              <a:gd name="csY59" fmla="*/ 961523 h 1914023"/>
              <a:gd name="csX60" fmla="*/ 1511466 w 1812518"/>
              <a:gd name="csY60" fmla="*/ 984383 h 1914023"/>
              <a:gd name="csX61" fmla="*/ 1526706 w 1812518"/>
              <a:gd name="csY61" fmla="*/ 1037723 h 1914023"/>
              <a:gd name="csX62" fmla="*/ 1407591 w 1812518"/>
              <a:gd name="csY62" fmla="*/ 1153192 h 1914023"/>
              <a:gd name="csX63" fmla="*/ 1450531 w 1812518"/>
              <a:gd name="csY63" fmla="*/ 1228049 h 1914023"/>
              <a:gd name="csX64" fmla="*/ 1771862 w 1812518"/>
              <a:gd name="csY64" fmla="*/ 1140724 h 1914023"/>
              <a:gd name="csX65" fmla="*/ 1800952 w 1812518"/>
              <a:gd name="csY65" fmla="*/ 1061429 h 1914023"/>
              <a:gd name="csX66" fmla="*/ 1612587 w 1812518"/>
              <a:gd name="csY66" fmla="*/ 1099268 h 1914023"/>
              <a:gd name="csX67" fmla="*/ 1537105 w 1812518"/>
              <a:gd name="csY67" fmla="*/ 1096669 h 1914023"/>
              <a:gd name="csX68" fmla="*/ 1650687 w 1812518"/>
              <a:gd name="csY68" fmla="*/ 1044672 h 1914023"/>
              <a:gd name="csX69" fmla="*/ 1659695 w 1812518"/>
              <a:gd name="csY69" fmla="*/ 1020556 h 1914023"/>
              <a:gd name="csX70" fmla="*/ 1587666 w 1812518"/>
              <a:gd name="csY70" fmla="*/ 976763 h 1914023"/>
              <a:gd name="csX71" fmla="*/ 1572426 w 1812518"/>
              <a:gd name="csY71" fmla="*/ 946283 h 1914023"/>
              <a:gd name="csX72" fmla="*/ 1595286 w 1812518"/>
              <a:gd name="csY72" fmla="*/ 931043 h 1914023"/>
              <a:gd name="csX73" fmla="*/ 1648626 w 1812518"/>
              <a:gd name="csY73" fmla="*/ 946283 h 1914023"/>
              <a:gd name="csX74" fmla="*/ 1663866 w 1812518"/>
              <a:gd name="csY74" fmla="*/ 915803 h 1914023"/>
              <a:gd name="csX75" fmla="*/ 1656246 w 1812518"/>
              <a:gd name="csY75" fmla="*/ 870083 h 1914023"/>
              <a:gd name="csX76" fmla="*/ 1633386 w 1812518"/>
              <a:gd name="csY76" fmla="*/ 862463 h 1914023"/>
              <a:gd name="csX77" fmla="*/ 1602906 w 1812518"/>
              <a:gd name="csY77" fmla="*/ 854843 h 1914023"/>
              <a:gd name="csX78" fmla="*/ 1595286 w 1812518"/>
              <a:gd name="csY78" fmla="*/ 824363 h 1914023"/>
              <a:gd name="csX79" fmla="*/ 1587666 w 1812518"/>
              <a:gd name="csY79" fmla="*/ 763403 h 1914023"/>
              <a:gd name="csX80" fmla="*/ 1572426 w 1812518"/>
              <a:gd name="csY80" fmla="*/ 732923 h 1914023"/>
              <a:gd name="csX81" fmla="*/ 1564806 w 1812518"/>
              <a:gd name="csY81" fmla="*/ 702443 h 1914023"/>
              <a:gd name="csX82" fmla="*/ 1701966 w 1812518"/>
              <a:gd name="csY82" fmla="*/ 679583 h 1914023"/>
              <a:gd name="csX83" fmla="*/ 1602260 w 1812518"/>
              <a:gd name="csY83" fmla="*/ 659905 h 1914023"/>
              <a:gd name="csX84" fmla="*/ 1569050 w 1812518"/>
              <a:gd name="csY84" fmla="*/ 599032 h 1914023"/>
              <a:gd name="csX85" fmla="*/ 1657039 w 1812518"/>
              <a:gd name="csY85" fmla="*/ 534131 h 1914023"/>
              <a:gd name="csX86" fmla="*/ 1598859 w 1812518"/>
              <a:gd name="csY86" fmla="*/ 473756 h 1914023"/>
              <a:gd name="csX87" fmla="*/ 1528219 w 1812518"/>
              <a:gd name="csY87" fmla="*/ 393119 h 1914023"/>
              <a:gd name="csX88" fmla="*/ 1353703 w 1812518"/>
              <a:gd name="csY88" fmla="*/ 340450 h 1914023"/>
              <a:gd name="csX89" fmla="*/ 1483888 w 1812518"/>
              <a:gd name="csY89" fmla="*/ 299838 h 1914023"/>
              <a:gd name="csX90" fmla="*/ 1779581 w 1812518"/>
              <a:gd name="csY90" fmla="*/ 225652 h 1914023"/>
              <a:gd name="csX91" fmla="*/ 1771425 w 1812518"/>
              <a:gd name="csY91" fmla="*/ 137568 h 1914023"/>
              <a:gd name="csX92" fmla="*/ 1777496 w 1812518"/>
              <a:gd name="csY92" fmla="*/ 20844 h 1914023"/>
              <a:gd name="csX93" fmla="*/ 1293598 w 1812518"/>
              <a:gd name="csY93" fmla="*/ 4436 h 1914023"/>
              <a:gd name="csX0" fmla="*/ 0 w 1812518"/>
              <a:gd name="csY0" fmla="*/ 1914023 h 1914023"/>
              <a:gd name="csX1" fmla="*/ 150985 w 1812518"/>
              <a:gd name="csY1" fmla="*/ 1906403 h 1914023"/>
              <a:gd name="csX2" fmla="*/ 322746 w 1812518"/>
              <a:gd name="csY2" fmla="*/ 1860683 h 1914023"/>
              <a:gd name="csX3" fmla="*/ 376086 w 1812518"/>
              <a:gd name="csY3" fmla="*/ 1837823 h 1914023"/>
              <a:gd name="csX4" fmla="*/ 398946 w 1812518"/>
              <a:gd name="csY4" fmla="*/ 1822583 h 1914023"/>
              <a:gd name="csX5" fmla="*/ 505626 w 1812518"/>
              <a:gd name="csY5" fmla="*/ 1807343 h 1914023"/>
              <a:gd name="csX6" fmla="*/ 505626 w 1812518"/>
              <a:gd name="csY6" fmla="*/ 1731143 h 1914023"/>
              <a:gd name="csX7" fmla="*/ 482766 w 1812518"/>
              <a:gd name="csY7" fmla="*/ 1715903 h 1914023"/>
              <a:gd name="csX8" fmla="*/ 467526 w 1812518"/>
              <a:gd name="csY8" fmla="*/ 1693043 h 1914023"/>
              <a:gd name="csX9" fmla="*/ 490386 w 1812518"/>
              <a:gd name="csY9" fmla="*/ 1677803 h 1914023"/>
              <a:gd name="csX10" fmla="*/ 543726 w 1812518"/>
              <a:gd name="csY10" fmla="*/ 1685423 h 1914023"/>
              <a:gd name="csX11" fmla="*/ 551346 w 1812518"/>
              <a:gd name="csY11" fmla="*/ 1708283 h 1914023"/>
              <a:gd name="csX12" fmla="*/ 581826 w 1812518"/>
              <a:gd name="csY12" fmla="*/ 1761623 h 1914023"/>
              <a:gd name="csX13" fmla="*/ 597066 w 1812518"/>
              <a:gd name="csY13" fmla="*/ 1792103 h 1914023"/>
              <a:gd name="csX14" fmla="*/ 612306 w 1812518"/>
              <a:gd name="csY14" fmla="*/ 1769243 h 1914023"/>
              <a:gd name="csX15" fmla="*/ 627546 w 1812518"/>
              <a:gd name="csY15" fmla="*/ 1731143 h 1914023"/>
              <a:gd name="csX16" fmla="*/ 650406 w 1812518"/>
              <a:gd name="csY16" fmla="*/ 1746383 h 1914023"/>
              <a:gd name="csX17" fmla="*/ 688506 w 1812518"/>
              <a:gd name="csY17" fmla="*/ 1723523 h 1914023"/>
              <a:gd name="csX18" fmla="*/ 749466 w 1812518"/>
              <a:gd name="csY18" fmla="*/ 1731143 h 1914023"/>
              <a:gd name="csX19" fmla="*/ 764706 w 1812518"/>
              <a:gd name="csY19" fmla="*/ 1708283 h 1914023"/>
              <a:gd name="csX20" fmla="*/ 749466 w 1812518"/>
              <a:gd name="csY20" fmla="*/ 1685423 h 1914023"/>
              <a:gd name="csX21" fmla="*/ 696126 w 1812518"/>
              <a:gd name="csY21" fmla="*/ 1654943 h 1914023"/>
              <a:gd name="csX22" fmla="*/ 718986 w 1812518"/>
              <a:gd name="csY22" fmla="*/ 1639703 h 1914023"/>
              <a:gd name="csX23" fmla="*/ 833286 w 1812518"/>
              <a:gd name="csY23" fmla="*/ 1662563 h 1914023"/>
              <a:gd name="csX24" fmla="*/ 955206 w 1812518"/>
              <a:gd name="csY24" fmla="*/ 1654943 h 1914023"/>
              <a:gd name="csX25" fmla="*/ 985686 w 1812518"/>
              <a:gd name="csY25" fmla="*/ 1662563 h 1914023"/>
              <a:gd name="csX26" fmla="*/ 1077126 w 1812518"/>
              <a:gd name="csY26" fmla="*/ 1647323 h 1914023"/>
              <a:gd name="csX27" fmla="*/ 1099986 w 1812518"/>
              <a:gd name="csY27" fmla="*/ 1632083 h 1914023"/>
              <a:gd name="csX28" fmla="*/ 1092366 w 1812518"/>
              <a:gd name="csY28" fmla="*/ 1571123 h 1914023"/>
              <a:gd name="csX29" fmla="*/ 1069506 w 1812518"/>
              <a:gd name="csY29" fmla="*/ 1555883 h 1914023"/>
              <a:gd name="csX30" fmla="*/ 1054266 w 1812518"/>
              <a:gd name="csY30" fmla="*/ 1533023 h 1914023"/>
              <a:gd name="csX31" fmla="*/ 1084746 w 1812518"/>
              <a:gd name="csY31" fmla="*/ 1510163 h 1914023"/>
              <a:gd name="csX32" fmla="*/ 1145706 w 1812518"/>
              <a:gd name="csY32" fmla="*/ 1502543 h 1914023"/>
              <a:gd name="csX33" fmla="*/ 1115226 w 1812518"/>
              <a:gd name="csY33" fmla="*/ 1426343 h 1914023"/>
              <a:gd name="csX34" fmla="*/ 1092366 w 1812518"/>
              <a:gd name="csY34" fmla="*/ 1403483 h 1914023"/>
              <a:gd name="csX35" fmla="*/ 1092366 w 1812518"/>
              <a:gd name="csY35" fmla="*/ 1327283 h 1914023"/>
              <a:gd name="csX36" fmla="*/ 1115226 w 1812518"/>
              <a:gd name="csY36" fmla="*/ 1304423 h 1914023"/>
              <a:gd name="csX37" fmla="*/ 1130466 w 1812518"/>
              <a:gd name="csY37" fmla="*/ 1266323 h 1914023"/>
              <a:gd name="csX38" fmla="*/ 1115226 w 1812518"/>
              <a:gd name="csY38" fmla="*/ 1243463 h 1914023"/>
              <a:gd name="csX39" fmla="*/ 1000926 w 1812518"/>
              <a:gd name="csY39" fmla="*/ 1235843 h 1914023"/>
              <a:gd name="csX40" fmla="*/ 978066 w 1812518"/>
              <a:gd name="csY40" fmla="*/ 1205363 h 1914023"/>
              <a:gd name="csX41" fmla="*/ 947586 w 1812518"/>
              <a:gd name="csY41" fmla="*/ 1182503 h 1914023"/>
              <a:gd name="csX42" fmla="*/ 939966 w 1812518"/>
              <a:gd name="csY42" fmla="*/ 1152023 h 1914023"/>
              <a:gd name="csX43" fmla="*/ 955206 w 1812518"/>
              <a:gd name="csY43" fmla="*/ 1129163 h 1914023"/>
              <a:gd name="csX44" fmla="*/ 978066 w 1812518"/>
              <a:gd name="csY44" fmla="*/ 1121543 h 1914023"/>
              <a:gd name="csX45" fmla="*/ 1069506 w 1812518"/>
              <a:gd name="csY45" fmla="*/ 1113923 h 1914023"/>
              <a:gd name="csX46" fmla="*/ 1092366 w 1812518"/>
              <a:gd name="csY46" fmla="*/ 1106303 h 1914023"/>
              <a:gd name="csX47" fmla="*/ 1122846 w 1812518"/>
              <a:gd name="csY47" fmla="*/ 1098683 h 1914023"/>
              <a:gd name="csX48" fmla="*/ 1145706 w 1812518"/>
              <a:gd name="csY48" fmla="*/ 1068203 h 1914023"/>
              <a:gd name="csX49" fmla="*/ 1183806 w 1812518"/>
              <a:gd name="csY49" fmla="*/ 931043 h 1914023"/>
              <a:gd name="csX50" fmla="*/ 1237146 w 1812518"/>
              <a:gd name="csY50" fmla="*/ 938663 h 1914023"/>
              <a:gd name="csX51" fmla="*/ 1343826 w 1812518"/>
              <a:gd name="csY51" fmla="*/ 938663 h 1914023"/>
              <a:gd name="csX52" fmla="*/ 1366686 w 1812518"/>
              <a:gd name="csY52" fmla="*/ 908183 h 1914023"/>
              <a:gd name="csX53" fmla="*/ 1389546 w 1812518"/>
              <a:gd name="csY53" fmla="*/ 862463 h 1914023"/>
              <a:gd name="csX54" fmla="*/ 1412406 w 1812518"/>
              <a:gd name="csY54" fmla="*/ 885323 h 1914023"/>
              <a:gd name="csX55" fmla="*/ 1427646 w 1812518"/>
              <a:gd name="csY55" fmla="*/ 931043 h 1914023"/>
              <a:gd name="csX56" fmla="*/ 1435266 w 1812518"/>
              <a:gd name="csY56" fmla="*/ 953903 h 1914023"/>
              <a:gd name="csX57" fmla="*/ 1465746 w 1812518"/>
              <a:gd name="csY57" fmla="*/ 1007243 h 1914023"/>
              <a:gd name="csX58" fmla="*/ 1480986 w 1812518"/>
              <a:gd name="csY58" fmla="*/ 984383 h 1914023"/>
              <a:gd name="csX59" fmla="*/ 1488606 w 1812518"/>
              <a:gd name="csY59" fmla="*/ 961523 h 1914023"/>
              <a:gd name="csX60" fmla="*/ 1511466 w 1812518"/>
              <a:gd name="csY60" fmla="*/ 984383 h 1914023"/>
              <a:gd name="csX61" fmla="*/ 1526706 w 1812518"/>
              <a:gd name="csY61" fmla="*/ 1037723 h 1914023"/>
              <a:gd name="csX62" fmla="*/ 1407591 w 1812518"/>
              <a:gd name="csY62" fmla="*/ 1153192 h 1914023"/>
              <a:gd name="csX63" fmla="*/ 1450531 w 1812518"/>
              <a:gd name="csY63" fmla="*/ 1228049 h 1914023"/>
              <a:gd name="csX64" fmla="*/ 1771862 w 1812518"/>
              <a:gd name="csY64" fmla="*/ 1140724 h 1914023"/>
              <a:gd name="csX65" fmla="*/ 1800952 w 1812518"/>
              <a:gd name="csY65" fmla="*/ 1061429 h 1914023"/>
              <a:gd name="csX66" fmla="*/ 1612587 w 1812518"/>
              <a:gd name="csY66" fmla="*/ 1099268 h 1914023"/>
              <a:gd name="csX67" fmla="*/ 1537105 w 1812518"/>
              <a:gd name="csY67" fmla="*/ 1096669 h 1914023"/>
              <a:gd name="csX68" fmla="*/ 1650687 w 1812518"/>
              <a:gd name="csY68" fmla="*/ 1044672 h 1914023"/>
              <a:gd name="csX69" fmla="*/ 1659695 w 1812518"/>
              <a:gd name="csY69" fmla="*/ 1020556 h 1914023"/>
              <a:gd name="csX70" fmla="*/ 1587666 w 1812518"/>
              <a:gd name="csY70" fmla="*/ 976763 h 1914023"/>
              <a:gd name="csX71" fmla="*/ 1572426 w 1812518"/>
              <a:gd name="csY71" fmla="*/ 946283 h 1914023"/>
              <a:gd name="csX72" fmla="*/ 1595286 w 1812518"/>
              <a:gd name="csY72" fmla="*/ 931043 h 1914023"/>
              <a:gd name="csX73" fmla="*/ 1648626 w 1812518"/>
              <a:gd name="csY73" fmla="*/ 946283 h 1914023"/>
              <a:gd name="csX74" fmla="*/ 1663866 w 1812518"/>
              <a:gd name="csY74" fmla="*/ 915803 h 1914023"/>
              <a:gd name="csX75" fmla="*/ 1656246 w 1812518"/>
              <a:gd name="csY75" fmla="*/ 870083 h 1914023"/>
              <a:gd name="csX76" fmla="*/ 1633386 w 1812518"/>
              <a:gd name="csY76" fmla="*/ 862463 h 1914023"/>
              <a:gd name="csX77" fmla="*/ 1602906 w 1812518"/>
              <a:gd name="csY77" fmla="*/ 854843 h 1914023"/>
              <a:gd name="csX78" fmla="*/ 1595286 w 1812518"/>
              <a:gd name="csY78" fmla="*/ 824363 h 1914023"/>
              <a:gd name="csX79" fmla="*/ 1587666 w 1812518"/>
              <a:gd name="csY79" fmla="*/ 763403 h 1914023"/>
              <a:gd name="csX80" fmla="*/ 1572426 w 1812518"/>
              <a:gd name="csY80" fmla="*/ 732923 h 1914023"/>
              <a:gd name="csX81" fmla="*/ 1564806 w 1812518"/>
              <a:gd name="csY81" fmla="*/ 702443 h 1914023"/>
              <a:gd name="csX82" fmla="*/ 1701966 w 1812518"/>
              <a:gd name="csY82" fmla="*/ 679583 h 1914023"/>
              <a:gd name="csX83" fmla="*/ 1602260 w 1812518"/>
              <a:gd name="csY83" fmla="*/ 659905 h 1914023"/>
              <a:gd name="csX84" fmla="*/ 1569050 w 1812518"/>
              <a:gd name="csY84" fmla="*/ 599032 h 1914023"/>
              <a:gd name="csX85" fmla="*/ 1657039 w 1812518"/>
              <a:gd name="csY85" fmla="*/ 534131 h 1914023"/>
              <a:gd name="csX86" fmla="*/ 1598859 w 1812518"/>
              <a:gd name="csY86" fmla="*/ 473756 h 1914023"/>
              <a:gd name="csX87" fmla="*/ 1528219 w 1812518"/>
              <a:gd name="csY87" fmla="*/ 393119 h 1914023"/>
              <a:gd name="csX88" fmla="*/ 1353703 w 1812518"/>
              <a:gd name="csY88" fmla="*/ 340450 h 1914023"/>
              <a:gd name="csX89" fmla="*/ 1719339 w 1812518"/>
              <a:gd name="csY89" fmla="*/ 322027 h 1914023"/>
              <a:gd name="csX90" fmla="*/ 1779581 w 1812518"/>
              <a:gd name="csY90" fmla="*/ 225652 h 1914023"/>
              <a:gd name="csX91" fmla="*/ 1771425 w 1812518"/>
              <a:gd name="csY91" fmla="*/ 137568 h 1914023"/>
              <a:gd name="csX92" fmla="*/ 1777496 w 1812518"/>
              <a:gd name="csY92" fmla="*/ 20844 h 1914023"/>
              <a:gd name="csX93" fmla="*/ 1293598 w 1812518"/>
              <a:gd name="csY93" fmla="*/ 4436 h 1914023"/>
              <a:gd name="csX0" fmla="*/ 0 w 1812518"/>
              <a:gd name="csY0" fmla="*/ 1914023 h 1914023"/>
              <a:gd name="csX1" fmla="*/ 150985 w 1812518"/>
              <a:gd name="csY1" fmla="*/ 1906403 h 1914023"/>
              <a:gd name="csX2" fmla="*/ 322746 w 1812518"/>
              <a:gd name="csY2" fmla="*/ 1860683 h 1914023"/>
              <a:gd name="csX3" fmla="*/ 376086 w 1812518"/>
              <a:gd name="csY3" fmla="*/ 1837823 h 1914023"/>
              <a:gd name="csX4" fmla="*/ 398946 w 1812518"/>
              <a:gd name="csY4" fmla="*/ 1822583 h 1914023"/>
              <a:gd name="csX5" fmla="*/ 505626 w 1812518"/>
              <a:gd name="csY5" fmla="*/ 1807343 h 1914023"/>
              <a:gd name="csX6" fmla="*/ 505626 w 1812518"/>
              <a:gd name="csY6" fmla="*/ 1731143 h 1914023"/>
              <a:gd name="csX7" fmla="*/ 482766 w 1812518"/>
              <a:gd name="csY7" fmla="*/ 1715903 h 1914023"/>
              <a:gd name="csX8" fmla="*/ 467526 w 1812518"/>
              <a:gd name="csY8" fmla="*/ 1693043 h 1914023"/>
              <a:gd name="csX9" fmla="*/ 490386 w 1812518"/>
              <a:gd name="csY9" fmla="*/ 1677803 h 1914023"/>
              <a:gd name="csX10" fmla="*/ 543726 w 1812518"/>
              <a:gd name="csY10" fmla="*/ 1685423 h 1914023"/>
              <a:gd name="csX11" fmla="*/ 551346 w 1812518"/>
              <a:gd name="csY11" fmla="*/ 1708283 h 1914023"/>
              <a:gd name="csX12" fmla="*/ 581826 w 1812518"/>
              <a:gd name="csY12" fmla="*/ 1761623 h 1914023"/>
              <a:gd name="csX13" fmla="*/ 597066 w 1812518"/>
              <a:gd name="csY13" fmla="*/ 1792103 h 1914023"/>
              <a:gd name="csX14" fmla="*/ 612306 w 1812518"/>
              <a:gd name="csY14" fmla="*/ 1769243 h 1914023"/>
              <a:gd name="csX15" fmla="*/ 627546 w 1812518"/>
              <a:gd name="csY15" fmla="*/ 1731143 h 1914023"/>
              <a:gd name="csX16" fmla="*/ 650406 w 1812518"/>
              <a:gd name="csY16" fmla="*/ 1746383 h 1914023"/>
              <a:gd name="csX17" fmla="*/ 688506 w 1812518"/>
              <a:gd name="csY17" fmla="*/ 1723523 h 1914023"/>
              <a:gd name="csX18" fmla="*/ 749466 w 1812518"/>
              <a:gd name="csY18" fmla="*/ 1731143 h 1914023"/>
              <a:gd name="csX19" fmla="*/ 764706 w 1812518"/>
              <a:gd name="csY19" fmla="*/ 1708283 h 1914023"/>
              <a:gd name="csX20" fmla="*/ 749466 w 1812518"/>
              <a:gd name="csY20" fmla="*/ 1685423 h 1914023"/>
              <a:gd name="csX21" fmla="*/ 696126 w 1812518"/>
              <a:gd name="csY21" fmla="*/ 1654943 h 1914023"/>
              <a:gd name="csX22" fmla="*/ 718986 w 1812518"/>
              <a:gd name="csY22" fmla="*/ 1639703 h 1914023"/>
              <a:gd name="csX23" fmla="*/ 833286 w 1812518"/>
              <a:gd name="csY23" fmla="*/ 1662563 h 1914023"/>
              <a:gd name="csX24" fmla="*/ 955206 w 1812518"/>
              <a:gd name="csY24" fmla="*/ 1654943 h 1914023"/>
              <a:gd name="csX25" fmla="*/ 985686 w 1812518"/>
              <a:gd name="csY25" fmla="*/ 1662563 h 1914023"/>
              <a:gd name="csX26" fmla="*/ 1077126 w 1812518"/>
              <a:gd name="csY26" fmla="*/ 1647323 h 1914023"/>
              <a:gd name="csX27" fmla="*/ 1099986 w 1812518"/>
              <a:gd name="csY27" fmla="*/ 1632083 h 1914023"/>
              <a:gd name="csX28" fmla="*/ 1092366 w 1812518"/>
              <a:gd name="csY28" fmla="*/ 1571123 h 1914023"/>
              <a:gd name="csX29" fmla="*/ 1069506 w 1812518"/>
              <a:gd name="csY29" fmla="*/ 1555883 h 1914023"/>
              <a:gd name="csX30" fmla="*/ 1054266 w 1812518"/>
              <a:gd name="csY30" fmla="*/ 1533023 h 1914023"/>
              <a:gd name="csX31" fmla="*/ 1084746 w 1812518"/>
              <a:gd name="csY31" fmla="*/ 1510163 h 1914023"/>
              <a:gd name="csX32" fmla="*/ 1145706 w 1812518"/>
              <a:gd name="csY32" fmla="*/ 1502543 h 1914023"/>
              <a:gd name="csX33" fmla="*/ 1115226 w 1812518"/>
              <a:gd name="csY33" fmla="*/ 1426343 h 1914023"/>
              <a:gd name="csX34" fmla="*/ 1092366 w 1812518"/>
              <a:gd name="csY34" fmla="*/ 1403483 h 1914023"/>
              <a:gd name="csX35" fmla="*/ 1092366 w 1812518"/>
              <a:gd name="csY35" fmla="*/ 1327283 h 1914023"/>
              <a:gd name="csX36" fmla="*/ 1115226 w 1812518"/>
              <a:gd name="csY36" fmla="*/ 1304423 h 1914023"/>
              <a:gd name="csX37" fmla="*/ 1130466 w 1812518"/>
              <a:gd name="csY37" fmla="*/ 1266323 h 1914023"/>
              <a:gd name="csX38" fmla="*/ 1115226 w 1812518"/>
              <a:gd name="csY38" fmla="*/ 1243463 h 1914023"/>
              <a:gd name="csX39" fmla="*/ 1000926 w 1812518"/>
              <a:gd name="csY39" fmla="*/ 1235843 h 1914023"/>
              <a:gd name="csX40" fmla="*/ 978066 w 1812518"/>
              <a:gd name="csY40" fmla="*/ 1205363 h 1914023"/>
              <a:gd name="csX41" fmla="*/ 947586 w 1812518"/>
              <a:gd name="csY41" fmla="*/ 1182503 h 1914023"/>
              <a:gd name="csX42" fmla="*/ 939966 w 1812518"/>
              <a:gd name="csY42" fmla="*/ 1152023 h 1914023"/>
              <a:gd name="csX43" fmla="*/ 955206 w 1812518"/>
              <a:gd name="csY43" fmla="*/ 1129163 h 1914023"/>
              <a:gd name="csX44" fmla="*/ 978066 w 1812518"/>
              <a:gd name="csY44" fmla="*/ 1121543 h 1914023"/>
              <a:gd name="csX45" fmla="*/ 1069506 w 1812518"/>
              <a:gd name="csY45" fmla="*/ 1113923 h 1914023"/>
              <a:gd name="csX46" fmla="*/ 1092366 w 1812518"/>
              <a:gd name="csY46" fmla="*/ 1106303 h 1914023"/>
              <a:gd name="csX47" fmla="*/ 1122846 w 1812518"/>
              <a:gd name="csY47" fmla="*/ 1098683 h 1914023"/>
              <a:gd name="csX48" fmla="*/ 1145706 w 1812518"/>
              <a:gd name="csY48" fmla="*/ 1068203 h 1914023"/>
              <a:gd name="csX49" fmla="*/ 1183806 w 1812518"/>
              <a:gd name="csY49" fmla="*/ 931043 h 1914023"/>
              <a:gd name="csX50" fmla="*/ 1237146 w 1812518"/>
              <a:gd name="csY50" fmla="*/ 938663 h 1914023"/>
              <a:gd name="csX51" fmla="*/ 1343826 w 1812518"/>
              <a:gd name="csY51" fmla="*/ 938663 h 1914023"/>
              <a:gd name="csX52" fmla="*/ 1366686 w 1812518"/>
              <a:gd name="csY52" fmla="*/ 908183 h 1914023"/>
              <a:gd name="csX53" fmla="*/ 1389546 w 1812518"/>
              <a:gd name="csY53" fmla="*/ 862463 h 1914023"/>
              <a:gd name="csX54" fmla="*/ 1412406 w 1812518"/>
              <a:gd name="csY54" fmla="*/ 885323 h 1914023"/>
              <a:gd name="csX55" fmla="*/ 1427646 w 1812518"/>
              <a:gd name="csY55" fmla="*/ 931043 h 1914023"/>
              <a:gd name="csX56" fmla="*/ 1435266 w 1812518"/>
              <a:gd name="csY56" fmla="*/ 953903 h 1914023"/>
              <a:gd name="csX57" fmla="*/ 1465746 w 1812518"/>
              <a:gd name="csY57" fmla="*/ 1007243 h 1914023"/>
              <a:gd name="csX58" fmla="*/ 1480986 w 1812518"/>
              <a:gd name="csY58" fmla="*/ 984383 h 1914023"/>
              <a:gd name="csX59" fmla="*/ 1488606 w 1812518"/>
              <a:gd name="csY59" fmla="*/ 961523 h 1914023"/>
              <a:gd name="csX60" fmla="*/ 1511466 w 1812518"/>
              <a:gd name="csY60" fmla="*/ 984383 h 1914023"/>
              <a:gd name="csX61" fmla="*/ 1526706 w 1812518"/>
              <a:gd name="csY61" fmla="*/ 1037723 h 1914023"/>
              <a:gd name="csX62" fmla="*/ 1407591 w 1812518"/>
              <a:gd name="csY62" fmla="*/ 1153192 h 1914023"/>
              <a:gd name="csX63" fmla="*/ 1450531 w 1812518"/>
              <a:gd name="csY63" fmla="*/ 1228049 h 1914023"/>
              <a:gd name="csX64" fmla="*/ 1771862 w 1812518"/>
              <a:gd name="csY64" fmla="*/ 1140724 h 1914023"/>
              <a:gd name="csX65" fmla="*/ 1800952 w 1812518"/>
              <a:gd name="csY65" fmla="*/ 1061429 h 1914023"/>
              <a:gd name="csX66" fmla="*/ 1612587 w 1812518"/>
              <a:gd name="csY66" fmla="*/ 1099268 h 1914023"/>
              <a:gd name="csX67" fmla="*/ 1537105 w 1812518"/>
              <a:gd name="csY67" fmla="*/ 1096669 h 1914023"/>
              <a:gd name="csX68" fmla="*/ 1650687 w 1812518"/>
              <a:gd name="csY68" fmla="*/ 1044672 h 1914023"/>
              <a:gd name="csX69" fmla="*/ 1659695 w 1812518"/>
              <a:gd name="csY69" fmla="*/ 1020556 h 1914023"/>
              <a:gd name="csX70" fmla="*/ 1587666 w 1812518"/>
              <a:gd name="csY70" fmla="*/ 976763 h 1914023"/>
              <a:gd name="csX71" fmla="*/ 1572426 w 1812518"/>
              <a:gd name="csY71" fmla="*/ 946283 h 1914023"/>
              <a:gd name="csX72" fmla="*/ 1595286 w 1812518"/>
              <a:gd name="csY72" fmla="*/ 931043 h 1914023"/>
              <a:gd name="csX73" fmla="*/ 1648626 w 1812518"/>
              <a:gd name="csY73" fmla="*/ 946283 h 1914023"/>
              <a:gd name="csX74" fmla="*/ 1663866 w 1812518"/>
              <a:gd name="csY74" fmla="*/ 915803 h 1914023"/>
              <a:gd name="csX75" fmla="*/ 1656246 w 1812518"/>
              <a:gd name="csY75" fmla="*/ 870083 h 1914023"/>
              <a:gd name="csX76" fmla="*/ 1633386 w 1812518"/>
              <a:gd name="csY76" fmla="*/ 862463 h 1914023"/>
              <a:gd name="csX77" fmla="*/ 1602906 w 1812518"/>
              <a:gd name="csY77" fmla="*/ 854843 h 1914023"/>
              <a:gd name="csX78" fmla="*/ 1595286 w 1812518"/>
              <a:gd name="csY78" fmla="*/ 824363 h 1914023"/>
              <a:gd name="csX79" fmla="*/ 1587666 w 1812518"/>
              <a:gd name="csY79" fmla="*/ 763403 h 1914023"/>
              <a:gd name="csX80" fmla="*/ 1572426 w 1812518"/>
              <a:gd name="csY80" fmla="*/ 732923 h 1914023"/>
              <a:gd name="csX81" fmla="*/ 1564806 w 1812518"/>
              <a:gd name="csY81" fmla="*/ 702443 h 1914023"/>
              <a:gd name="csX82" fmla="*/ 1701966 w 1812518"/>
              <a:gd name="csY82" fmla="*/ 679583 h 1914023"/>
              <a:gd name="csX83" fmla="*/ 1602260 w 1812518"/>
              <a:gd name="csY83" fmla="*/ 659905 h 1914023"/>
              <a:gd name="csX84" fmla="*/ 1569050 w 1812518"/>
              <a:gd name="csY84" fmla="*/ 599032 h 1914023"/>
              <a:gd name="csX85" fmla="*/ 1657039 w 1812518"/>
              <a:gd name="csY85" fmla="*/ 534131 h 1914023"/>
              <a:gd name="csX86" fmla="*/ 1598859 w 1812518"/>
              <a:gd name="csY86" fmla="*/ 473756 h 1914023"/>
              <a:gd name="csX87" fmla="*/ 1528219 w 1812518"/>
              <a:gd name="csY87" fmla="*/ 393119 h 1914023"/>
              <a:gd name="csX88" fmla="*/ 1719339 w 1812518"/>
              <a:gd name="csY88" fmla="*/ 322027 h 1914023"/>
              <a:gd name="csX89" fmla="*/ 1779581 w 1812518"/>
              <a:gd name="csY89" fmla="*/ 225652 h 1914023"/>
              <a:gd name="csX90" fmla="*/ 1771425 w 1812518"/>
              <a:gd name="csY90" fmla="*/ 137568 h 1914023"/>
              <a:gd name="csX91" fmla="*/ 1777496 w 1812518"/>
              <a:gd name="csY91" fmla="*/ 20844 h 1914023"/>
              <a:gd name="csX92" fmla="*/ 1293598 w 1812518"/>
              <a:gd name="csY92" fmla="*/ 4436 h 1914023"/>
              <a:gd name="csX0" fmla="*/ 0 w 1812518"/>
              <a:gd name="csY0" fmla="*/ 1914023 h 1914023"/>
              <a:gd name="csX1" fmla="*/ 150985 w 1812518"/>
              <a:gd name="csY1" fmla="*/ 1906403 h 1914023"/>
              <a:gd name="csX2" fmla="*/ 322746 w 1812518"/>
              <a:gd name="csY2" fmla="*/ 1860683 h 1914023"/>
              <a:gd name="csX3" fmla="*/ 376086 w 1812518"/>
              <a:gd name="csY3" fmla="*/ 1837823 h 1914023"/>
              <a:gd name="csX4" fmla="*/ 398946 w 1812518"/>
              <a:gd name="csY4" fmla="*/ 1822583 h 1914023"/>
              <a:gd name="csX5" fmla="*/ 505626 w 1812518"/>
              <a:gd name="csY5" fmla="*/ 1807343 h 1914023"/>
              <a:gd name="csX6" fmla="*/ 505626 w 1812518"/>
              <a:gd name="csY6" fmla="*/ 1731143 h 1914023"/>
              <a:gd name="csX7" fmla="*/ 482766 w 1812518"/>
              <a:gd name="csY7" fmla="*/ 1715903 h 1914023"/>
              <a:gd name="csX8" fmla="*/ 467526 w 1812518"/>
              <a:gd name="csY8" fmla="*/ 1693043 h 1914023"/>
              <a:gd name="csX9" fmla="*/ 490386 w 1812518"/>
              <a:gd name="csY9" fmla="*/ 1677803 h 1914023"/>
              <a:gd name="csX10" fmla="*/ 543726 w 1812518"/>
              <a:gd name="csY10" fmla="*/ 1685423 h 1914023"/>
              <a:gd name="csX11" fmla="*/ 551346 w 1812518"/>
              <a:gd name="csY11" fmla="*/ 1708283 h 1914023"/>
              <a:gd name="csX12" fmla="*/ 581826 w 1812518"/>
              <a:gd name="csY12" fmla="*/ 1761623 h 1914023"/>
              <a:gd name="csX13" fmla="*/ 597066 w 1812518"/>
              <a:gd name="csY13" fmla="*/ 1792103 h 1914023"/>
              <a:gd name="csX14" fmla="*/ 612306 w 1812518"/>
              <a:gd name="csY14" fmla="*/ 1769243 h 1914023"/>
              <a:gd name="csX15" fmla="*/ 627546 w 1812518"/>
              <a:gd name="csY15" fmla="*/ 1731143 h 1914023"/>
              <a:gd name="csX16" fmla="*/ 650406 w 1812518"/>
              <a:gd name="csY16" fmla="*/ 1746383 h 1914023"/>
              <a:gd name="csX17" fmla="*/ 688506 w 1812518"/>
              <a:gd name="csY17" fmla="*/ 1723523 h 1914023"/>
              <a:gd name="csX18" fmla="*/ 749466 w 1812518"/>
              <a:gd name="csY18" fmla="*/ 1731143 h 1914023"/>
              <a:gd name="csX19" fmla="*/ 764706 w 1812518"/>
              <a:gd name="csY19" fmla="*/ 1708283 h 1914023"/>
              <a:gd name="csX20" fmla="*/ 749466 w 1812518"/>
              <a:gd name="csY20" fmla="*/ 1685423 h 1914023"/>
              <a:gd name="csX21" fmla="*/ 696126 w 1812518"/>
              <a:gd name="csY21" fmla="*/ 1654943 h 1914023"/>
              <a:gd name="csX22" fmla="*/ 718986 w 1812518"/>
              <a:gd name="csY22" fmla="*/ 1639703 h 1914023"/>
              <a:gd name="csX23" fmla="*/ 833286 w 1812518"/>
              <a:gd name="csY23" fmla="*/ 1662563 h 1914023"/>
              <a:gd name="csX24" fmla="*/ 955206 w 1812518"/>
              <a:gd name="csY24" fmla="*/ 1654943 h 1914023"/>
              <a:gd name="csX25" fmla="*/ 985686 w 1812518"/>
              <a:gd name="csY25" fmla="*/ 1662563 h 1914023"/>
              <a:gd name="csX26" fmla="*/ 1077126 w 1812518"/>
              <a:gd name="csY26" fmla="*/ 1647323 h 1914023"/>
              <a:gd name="csX27" fmla="*/ 1099986 w 1812518"/>
              <a:gd name="csY27" fmla="*/ 1632083 h 1914023"/>
              <a:gd name="csX28" fmla="*/ 1092366 w 1812518"/>
              <a:gd name="csY28" fmla="*/ 1571123 h 1914023"/>
              <a:gd name="csX29" fmla="*/ 1069506 w 1812518"/>
              <a:gd name="csY29" fmla="*/ 1555883 h 1914023"/>
              <a:gd name="csX30" fmla="*/ 1054266 w 1812518"/>
              <a:gd name="csY30" fmla="*/ 1533023 h 1914023"/>
              <a:gd name="csX31" fmla="*/ 1084746 w 1812518"/>
              <a:gd name="csY31" fmla="*/ 1510163 h 1914023"/>
              <a:gd name="csX32" fmla="*/ 1145706 w 1812518"/>
              <a:gd name="csY32" fmla="*/ 1502543 h 1914023"/>
              <a:gd name="csX33" fmla="*/ 1115226 w 1812518"/>
              <a:gd name="csY33" fmla="*/ 1426343 h 1914023"/>
              <a:gd name="csX34" fmla="*/ 1092366 w 1812518"/>
              <a:gd name="csY34" fmla="*/ 1403483 h 1914023"/>
              <a:gd name="csX35" fmla="*/ 1092366 w 1812518"/>
              <a:gd name="csY35" fmla="*/ 1327283 h 1914023"/>
              <a:gd name="csX36" fmla="*/ 1115226 w 1812518"/>
              <a:gd name="csY36" fmla="*/ 1304423 h 1914023"/>
              <a:gd name="csX37" fmla="*/ 1130466 w 1812518"/>
              <a:gd name="csY37" fmla="*/ 1266323 h 1914023"/>
              <a:gd name="csX38" fmla="*/ 1115226 w 1812518"/>
              <a:gd name="csY38" fmla="*/ 1243463 h 1914023"/>
              <a:gd name="csX39" fmla="*/ 1000926 w 1812518"/>
              <a:gd name="csY39" fmla="*/ 1235843 h 1914023"/>
              <a:gd name="csX40" fmla="*/ 978066 w 1812518"/>
              <a:gd name="csY40" fmla="*/ 1205363 h 1914023"/>
              <a:gd name="csX41" fmla="*/ 947586 w 1812518"/>
              <a:gd name="csY41" fmla="*/ 1182503 h 1914023"/>
              <a:gd name="csX42" fmla="*/ 939966 w 1812518"/>
              <a:gd name="csY42" fmla="*/ 1152023 h 1914023"/>
              <a:gd name="csX43" fmla="*/ 955206 w 1812518"/>
              <a:gd name="csY43" fmla="*/ 1129163 h 1914023"/>
              <a:gd name="csX44" fmla="*/ 978066 w 1812518"/>
              <a:gd name="csY44" fmla="*/ 1121543 h 1914023"/>
              <a:gd name="csX45" fmla="*/ 1069506 w 1812518"/>
              <a:gd name="csY45" fmla="*/ 1113923 h 1914023"/>
              <a:gd name="csX46" fmla="*/ 1092366 w 1812518"/>
              <a:gd name="csY46" fmla="*/ 1106303 h 1914023"/>
              <a:gd name="csX47" fmla="*/ 1122846 w 1812518"/>
              <a:gd name="csY47" fmla="*/ 1098683 h 1914023"/>
              <a:gd name="csX48" fmla="*/ 1145706 w 1812518"/>
              <a:gd name="csY48" fmla="*/ 1068203 h 1914023"/>
              <a:gd name="csX49" fmla="*/ 1183806 w 1812518"/>
              <a:gd name="csY49" fmla="*/ 931043 h 1914023"/>
              <a:gd name="csX50" fmla="*/ 1237146 w 1812518"/>
              <a:gd name="csY50" fmla="*/ 938663 h 1914023"/>
              <a:gd name="csX51" fmla="*/ 1343826 w 1812518"/>
              <a:gd name="csY51" fmla="*/ 938663 h 1914023"/>
              <a:gd name="csX52" fmla="*/ 1366686 w 1812518"/>
              <a:gd name="csY52" fmla="*/ 908183 h 1914023"/>
              <a:gd name="csX53" fmla="*/ 1389546 w 1812518"/>
              <a:gd name="csY53" fmla="*/ 862463 h 1914023"/>
              <a:gd name="csX54" fmla="*/ 1412406 w 1812518"/>
              <a:gd name="csY54" fmla="*/ 885323 h 1914023"/>
              <a:gd name="csX55" fmla="*/ 1427646 w 1812518"/>
              <a:gd name="csY55" fmla="*/ 931043 h 1914023"/>
              <a:gd name="csX56" fmla="*/ 1435266 w 1812518"/>
              <a:gd name="csY56" fmla="*/ 953903 h 1914023"/>
              <a:gd name="csX57" fmla="*/ 1465746 w 1812518"/>
              <a:gd name="csY57" fmla="*/ 1007243 h 1914023"/>
              <a:gd name="csX58" fmla="*/ 1480986 w 1812518"/>
              <a:gd name="csY58" fmla="*/ 984383 h 1914023"/>
              <a:gd name="csX59" fmla="*/ 1488606 w 1812518"/>
              <a:gd name="csY59" fmla="*/ 961523 h 1914023"/>
              <a:gd name="csX60" fmla="*/ 1511466 w 1812518"/>
              <a:gd name="csY60" fmla="*/ 984383 h 1914023"/>
              <a:gd name="csX61" fmla="*/ 1526706 w 1812518"/>
              <a:gd name="csY61" fmla="*/ 1037723 h 1914023"/>
              <a:gd name="csX62" fmla="*/ 1407591 w 1812518"/>
              <a:gd name="csY62" fmla="*/ 1153192 h 1914023"/>
              <a:gd name="csX63" fmla="*/ 1450531 w 1812518"/>
              <a:gd name="csY63" fmla="*/ 1228049 h 1914023"/>
              <a:gd name="csX64" fmla="*/ 1771862 w 1812518"/>
              <a:gd name="csY64" fmla="*/ 1140724 h 1914023"/>
              <a:gd name="csX65" fmla="*/ 1800952 w 1812518"/>
              <a:gd name="csY65" fmla="*/ 1061429 h 1914023"/>
              <a:gd name="csX66" fmla="*/ 1612587 w 1812518"/>
              <a:gd name="csY66" fmla="*/ 1099268 h 1914023"/>
              <a:gd name="csX67" fmla="*/ 1537105 w 1812518"/>
              <a:gd name="csY67" fmla="*/ 1096669 h 1914023"/>
              <a:gd name="csX68" fmla="*/ 1650687 w 1812518"/>
              <a:gd name="csY68" fmla="*/ 1044672 h 1914023"/>
              <a:gd name="csX69" fmla="*/ 1659695 w 1812518"/>
              <a:gd name="csY69" fmla="*/ 1020556 h 1914023"/>
              <a:gd name="csX70" fmla="*/ 1587666 w 1812518"/>
              <a:gd name="csY70" fmla="*/ 976763 h 1914023"/>
              <a:gd name="csX71" fmla="*/ 1572426 w 1812518"/>
              <a:gd name="csY71" fmla="*/ 946283 h 1914023"/>
              <a:gd name="csX72" fmla="*/ 1595286 w 1812518"/>
              <a:gd name="csY72" fmla="*/ 931043 h 1914023"/>
              <a:gd name="csX73" fmla="*/ 1648626 w 1812518"/>
              <a:gd name="csY73" fmla="*/ 946283 h 1914023"/>
              <a:gd name="csX74" fmla="*/ 1663866 w 1812518"/>
              <a:gd name="csY74" fmla="*/ 915803 h 1914023"/>
              <a:gd name="csX75" fmla="*/ 1656246 w 1812518"/>
              <a:gd name="csY75" fmla="*/ 870083 h 1914023"/>
              <a:gd name="csX76" fmla="*/ 1633386 w 1812518"/>
              <a:gd name="csY76" fmla="*/ 862463 h 1914023"/>
              <a:gd name="csX77" fmla="*/ 1602906 w 1812518"/>
              <a:gd name="csY77" fmla="*/ 854843 h 1914023"/>
              <a:gd name="csX78" fmla="*/ 1595286 w 1812518"/>
              <a:gd name="csY78" fmla="*/ 824363 h 1914023"/>
              <a:gd name="csX79" fmla="*/ 1587666 w 1812518"/>
              <a:gd name="csY79" fmla="*/ 763403 h 1914023"/>
              <a:gd name="csX80" fmla="*/ 1572426 w 1812518"/>
              <a:gd name="csY80" fmla="*/ 732923 h 1914023"/>
              <a:gd name="csX81" fmla="*/ 1564806 w 1812518"/>
              <a:gd name="csY81" fmla="*/ 702443 h 1914023"/>
              <a:gd name="csX82" fmla="*/ 1701966 w 1812518"/>
              <a:gd name="csY82" fmla="*/ 679583 h 1914023"/>
              <a:gd name="csX83" fmla="*/ 1602260 w 1812518"/>
              <a:gd name="csY83" fmla="*/ 659905 h 1914023"/>
              <a:gd name="csX84" fmla="*/ 1569050 w 1812518"/>
              <a:gd name="csY84" fmla="*/ 599032 h 1914023"/>
              <a:gd name="csX85" fmla="*/ 1657039 w 1812518"/>
              <a:gd name="csY85" fmla="*/ 534131 h 1914023"/>
              <a:gd name="csX86" fmla="*/ 1598859 w 1812518"/>
              <a:gd name="csY86" fmla="*/ 473756 h 1914023"/>
              <a:gd name="csX87" fmla="*/ 1645945 w 1812518"/>
              <a:gd name="csY87" fmla="*/ 384243 h 1914023"/>
              <a:gd name="csX88" fmla="*/ 1719339 w 1812518"/>
              <a:gd name="csY88" fmla="*/ 322027 h 1914023"/>
              <a:gd name="csX89" fmla="*/ 1779581 w 1812518"/>
              <a:gd name="csY89" fmla="*/ 225652 h 1914023"/>
              <a:gd name="csX90" fmla="*/ 1771425 w 1812518"/>
              <a:gd name="csY90" fmla="*/ 137568 h 1914023"/>
              <a:gd name="csX91" fmla="*/ 1777496 w 1812518"/>
              <a:gd name="csY91" fmla="*/ 20844 h 1914023"/>
              <a:gd name="csX92" fmla="*/ 1293598 w 1812518"/>
              <a:gd name="csY92" fmla="*/ 4436 h 1914023"/>
              <a:gd name="csX0" fmla="*/ 0 w 1812518"/>
              <a:gd name="csY0" fmla="*/ 1914023 h 1914023"/>
              <a:gd name="csX1" fmla="*/ 150985 w 1812518"/>
              <a:gd name="csY1" fmla="*/ 1906403 h 1914023"/>
              <a:gd name="csX2" fmla="*/ 322746 w 1812518"/>
              <a:gd name="csY2" fmla="*/ 1860683 h 1914023"/>
              <a:gd name="csX3" fmla="*/ 376086 w 1812518"/>
              <a:gd name="csY3" fmla="*/ 1837823 h 1914023"/>
              <a:gd name="csX4" fmla="*/ 398946 w 1812518"/>
              <a:gd name="csY4" fmla="*/ 1822583 h 1914023"/>
              <a:gd name="csX5" fmla="*/ 505626 w 1812518"/>
              <a:gd name="csY5" fmla="*/ 1807343 h 1914023"/>
              <a:gd name="csX6" fmla="*/ 505626 w 1812518"/>
              <a:gd name="csY6" fmla="*/ 1731143 h 1914023"/>
              <a:gd name="csX7" fmla="*/ 482766 w 1812518"/>
              <a:gd name="csY7" fmla="*/ 1715903 h 1914023"/>
              <a:gd name="csX8" fmla="*/ 467526 w 1812518"/>
              <a:gd name="csY8" fmla="*/ 1693043 h 1914023"/>
              <a:gd name="csX9" fmla="*/ 490386 w 1812518"/>
              <a:gd name="csY9" fmla="*/ 1677803 h 1914023"/>
              <a:gd name="csX10" fmla="*/ 543726 w 1812518"/>
              <a:gd name="csY10" fmla="*/ 1685423 h 1914023"/>
              <a:gd name="csX11" fmla="*/ 551346 w 1812518"/>
              <a:gd name="csY11" fmla="*/ 1708283 h 1914023"/>
              <a:gd name="csX12" fmla="*/ 581826 w 1812518"/>
              <a:gd name="csY12" fmla="*/ 1761623 h 1914023"/>
              <a:gd name="csX13" fmla="*/ 597066 w 1812518"/>
              <a:gd name="csY13" fmla="*/ 1792103 h 1914023"/>
              <a:gd name="csX14" fmla="*/ 612306 w 1812518"/>
              <a:gd name="csY14" fmla="*/ 1769243 h 1914023"/>
              <a:gd name="csX15" fmla="*/ 627546 w 1812518"/>
              <a:gd name="csY15" fmla="*/ 1731143 h 1914023"/>
              <a:gd name="csX16" fmla="*/ 650406 w 1812518"/>
              <a:gd name="csY16" fmla="*/ 1746383 h 1914023"/>
              <a:gd name="csX17" fmla="*/ 688506 w 1812518"/>
              <a:gd name="csY17" fmla="*/ 1723523 h 1914023"/>
              <a:gd name="csX18" fmla="*/ 749466 w 1812518"/>
              <a:gd name="csY18" fmla="*/ 1731143 h 1914023"/>
              <a:gd name="csX19" fmla="*/ 764706 w 1812518"/>
              <a:gd name="csY19" fmla="*/ 1708283 h 1914023"/>
              <a:gd name="csX20" fmla="*/ 749466 w 1812518"/>
              <a:gd name="csY20" fmla="*/ 1685423 h 1914023"/>
              <a:gd name="csX21" fmla="*/ 696126 w 1812518"/>
              <a:gd name="csY21" fmla="*/ 1654943 h 1914023"/>
              <a:gd name="csX22" fmla="*/ 718986 w 1812518"/>
              <a:gd name="csY22" fmla="*/ 1639703 h 1914023"/>
              <a:gd name="csX23" fmla="*/ 833286 w 1812518"/>
              <a:gd name="csY23" fmla="*/ 1662563 h 1914023"/>
              <a:gd name="csX24" fmla="*/ 955206 w 1812518"/>
              <a:gd name="csY24" fmla="*/ 1654943 h 1914023"/>
              <a:gd name="csX25" fmla="*/ 985686 w 1812518"/>
              <a:gd name="csY25" fmla="*/ 1662563 h 1914023"/>
              <a:gd name="csX26" fmla="*/ 1077126 w 1812518"/>
              <a:gd name="csY26" fmla="*/ 1647323 h 1914023"/>
              <a:gd name="csX27" fmla="*/ 1099986 w 1812518"/>
              <a:gd name="csY27" fmla="*/ 1632083 h 1914023"/>
              <a:gd name="csX28" fmla="*/ 1092366 w 1812518"/>
              <a:gd name="csY28" fmla="*/ 1571123 h 1914023"/>
              <a:gd name="csX29" fmla="*/ 1069506 w 1812518"/>
              <a:gd name="csY29" fmla="*/ 1555883 h 1914023"/>
              <a:gd name="csX30" fmla="*/ 1054266 w 1812518"/>
              <a:gd name="csY30" fmla="*/ 1533023 h 1914023"/>
              <a:gd name="csX31" fmla="*/ 1084746 w 1812518"/>
              <a:gd name="csY31" fmla="*/ 1510163 h 1914023"/>
              <a:gd name="csX32" fmla="*/ 1145706 w 1812518"/>
              <a:gd name="csY32" fmla="*/ 1502543 h 1914023"/>
              <a:gd name="csX33" fmla="*/ 1115226 w 1812518"/>
              <a:gd name="csY33" fmla="*/ 1426343 h 1914023"/>
              <a:gd name="csX34" fmla="*/ 1092366 w 1812518"/>
              <a:gd name="csY34" fmla="*/ 1403483 h 1914023"/>
              <a:gd name="csX35" fmla="*/ 1092366 w 1812518"/>
              <a:gd name="csY35" fmla="*/ 1327283 h 1914023"/>
              <a:gd name="csX36" fmla="*/ 1115226 w 1812518"/>
              <a:gd name="csY36" fmla="*/ 1304423 h 1914023"/>
              <a:gd name="csX37" fmla="*/ 1130466 w 1812518"/>
              <a:gd name="csY37" fmla="*/ 1266323 h 1914023"/>
              <a:gd name="csX38" fmla="*/ 1115226 w 1812518"/>
              <a:gd name="csY38" fmla="*/ 1243463 h 1914023"/>
              <a:gd name="csX39" fmla="*/ 1000926 w 1812518"/>
              <a:gd name="csY39" fmla="*/ 1235843 h 1914023"/>
              <a:gd name="csX40" fmla="*/ 978066 w 1812518"/>
              <a:gd name="csY40" fmla="*/ 1205363 h 1914023"/>
              <a:gd name="csX41" fmla="*/ 947586 w 1812518"/>
              <a:gd name="csY41" fmla="*/ 1182503 h 1914023"/>
              <a:gd name="csX42" fmla="*/ 939966 w 1812518"/>
              <a:gd name="csY42" fmla="*/ 1152023 h 1914023"/>
              <a:gd name="csX43" fmla="*/ 955206 w 1812518"/>
              <a:gd name="csY43" fmla="*/ 1129163 h 1914023"/>
              <a:gd name="csX44" fmla="*/ 978066 w 1812518"/>
              <a:gd name="csY44" fmla="*/ 1121543 h 1914023"/>
              <a:gd name="csX45" fmla="*/ 1069506 w 1812518"/>
              <a:gd name="csY45" fmla="*/ 1113923 h 1914023"/>
              <a:gd name="csX46" fmla="*/ 1092366 w 1812518"/>
              <a:gd name="csY46" fmla="*/ 1106303 h 1914023"/>
              <a:gd name="csX47" fmla="*/ 1122846 w 1812518"/>
              <a:gd name="csY47" fmla="*/ 1098683 h 1914023"/>
              <a:gd name="csX48" fmla="*/ 1145706 w 1812518"/>
              <a:gd name="csY48" fmla="*/ 1068203 h 1914023"/>
              <a:gd name="csX49" fmla="*/ 1183806 w 1812518"/>
              <a:gd name="csY49" fmla="*/ 931043 h 1914023"/>
              <a:gd name="csX50" fmla="*/ 1237146 w 1812518"/>
              <a:gd name="csY50" fmla="*/ 938663 h 1914023"/>
              <a:gd name="csX51" fmla="*/ 1343826 w 1812518"/>
              <a:gd name="csY51" fmla="*/ 938663 h 1914023"/>
              <a:gd name="csX52" fmla="*/ 1366686 w 1812518"/>
              <a:gd name="csY52" fmla="*/ 908183 h 1914023"/>
              <a:gd name="csX53" fmla="*/ 1389546 w 1812518"/>
              <a:gd name="csY53" fmla="*/ 862463 h 1914023"/>
              <a:gd name="csX54" fmla="*/ 1412406 w 1812518"/>
              <a:gd name="csY54" fmla="*/ 885323 h 1914023"/>
              <a:gd name="csX55" fmla="*/ 1427646 w 1812518"/>
              <a:gd name="csY55" fmla="*/ 931043 h 1914023"/>
              <a:gd name="csX56" fmla="*/ 1435266 w 1812518"/>
              <a:gd name="csY56" fmla="*/ 953903 h 1914023"/>
              <a:gd name="csX57" fmla="*/ 1465746 w 1812518"/>
              <a:gd name="csY57" fmla="*/ 1007243 h 1914023"/>
              <a:gd name="csX58" fmla="*/ 1480986 w 1812518"/>
              <a:gd name="csY58" fmla="*/ 984383 h 1914023"/>
              <a:gd name="csX59" fmla="*/ 1488606 w 1812518"/>
              <a:gd name="csY59" fmla="*/ 961523 h 1914023"/>
              <a:gd name="csX60" fmla="*/ 1511466 w 1812518"/>
              <a:gd name="csY60" fmla="*/ 984383 h 1914023"/>
              <a:gd name="csX61" fmla="*/ 1526706 w 1812518"/>
              <a:gd name="csY61" fmla="*/ 1037723 h 1914023"/>
              <a:gd name="csX62" fmla="*/ 1407591 w 1812518"/>
              <a:gd name="csY62" fmla="*/ 1153192 h 1914023"/>
              <a:gd name="csX63" fmla="*/ 1450531 w 1812518"/>
              <a:gd name="csY63" fmla="*/ 1228049 h 1914023"/>
              <a:gd name="csX64" fmla="*/ 1771862 w 1812518"/>
              <a:gd name="csY64" fmla="*/ 1140724 h 1914023"/>
              <a:gd name="csX65" fmla="*/ 1800952 w 1812518"/>
              <a:gd name="csY65" fmla="*/ 1061429 h 1914023"/>
              <a:gd name="csX66" fmla="*/ 1612587 w 1812518"/>
              <a:gd name="csY66" fmla="*/ 1099268 h 1914023"/>
              <a:gd name="csX67" fmla="*/ 1537105 w 1812518"/>
              <a:gd name="csY67" fmla="*/ 1096669 h 1914023"/>
              <a:gd name="csX68" fmla="*/ 1650687 w 1812518"/>
              <a:gd name="csY68" fmla="*/ 1044672 h 1914023"/>
              <a:gd name="csX69" fmla="*/ 1659695 w 1812518"/>
              <a:gd name="csY69" fmla="*/ 1020556 h 1914023"/>
              <a:gd name="csX70" fmla="*/ 1587666 w 1812518"/>
              <a:gd name="csY70" fmla="*/ 976763 h 1914023"/>
              <a:gd name="csX71" fmla="*/ 1572426 w 1812518"/>
              <a:gd name="csY71" fmla="*/ 946283 h 1914023"/>
              <a:gd name="csX72" fmla="*/ 1595286 w 1812518"/>
              <a:gd name="csY72" fmla="*/ 931043 h 1914023"/>
              <a:gd name="csX73" fmla="*/ 1648626 w 1812518"/>
              <a:gd name="csY73" fmla="*/ 946283 h 1914023"/>
              <a:gd name="csX74" fmla="*/ 1663866 w 1812518"/>
              <a:gd name="csY74" fmla="*/ 915803 h 1914023"/>
              <a:gd name="csX75" fmla="*/ 1656246 w 1812518"/>
              <a:gd name="csY75" fmla="*/ 870083 h 1914023"/>
              <a:gd name="csX76" fmla="*/ 1633386 w 1812518"/>
              <a:gd name="csY76" fmla="*/ 862463 h 1914023"/>
              <a:gd name="csX77" fmla="*/ 1602906 w 1812518"/>
              <a:gd name="csY77" fmla="*/ 854843 h 1914023"/>
              <a:gd name="csX78" fmla="*/ 1595286 w 1812518"/>
              <a:gd name="csY78" fmla="*/ 824363 h 1914023"/>
              <a:gd name="csX79" fmla="*/ 1587666 w 1812518"/>
              <a:gd name="csY79" fmla="*/ 763403 h 1914023"/>
              <a:gd name="csX80" fmla="*/ 1572426 w 1812518"/>
              <a:gd name="csY80" fmla="*/ 732923 h 1914023"/>
              <a:gd name="csX81" fmla="*/ 1564806 w 1812518"/>
              <a:gd name="csY81" fmla="*/ 702443 h 1914023"/>
              <a:gd name="csX82" fmla="*/ 1701966 w 1812518"/>
              <a:gd name="csY82" fmla="*/ 679583 h 1914023"/>
              <a:gd name="csX83" fmla="*/ 1602260 w 1812518"/>
              <a:gd name="csY83" fmla="*/ 659905 h 1914023"/>
              <a:gd name="csX84" fmla="*/ 1569050 w 1812518"/>
              <a:gd name="csY84" fmla="*/ 599032 h 1914023"/>
              <a:gd name="csX85" fmla="*/ 1657039 w 1812518"/>
              <a:gd name="csY85" fmla="*/ 534131 h 1914023"/>
              <a:gd name="csX86" fmla="*/ 1675035 w 1812518"/>
              <a:gd name="csY86" fmla="*/ 473756 h 1914023"/>
              <a:gd name="csX87" fmla="*/ 1645945 w 1812518"/>
              <a:gd name="csY87" fmla="*/ 384243 h 1914023"/>
              <a:gd name="csX88" fmla="*/ 1719339 w 1812518"/>
              <a:gd name="csY88" fmla="*/ 322027 h 1914023"/>
              <a:gd name="csX89" fmla="*/ 1779581 w 1812518"/>
              <a:gd name="csY89" fmla="*/ 225652 h 1914023"/>
              <a:gd name="csX90" fmla="*/ 1771425 w 1812518"/>
              <a:gd name="csY90" fmla="*/ 137568 h 1914023"/>
              <a:gd name="csX91" fmla="*/ 1777496 w 1812518"/>
              <a:gd name="csY91" fmla="*/ 20844 h 1914023"/>
              <a:gd name="csX92" fmla="*/ 1293598 w 1812518"/>
              <a:gd name="csY92" fmla="*/ 4436 h 1914023"/>
              <a:gd name="csX0" fmla="*/ 0 w 1808613"/>
              <a:gd name="csY0" fmla="*/ 1909587 h 1909587"/>
              <a:gd name="csX1" fmla="*/ 150985 w 1808613"/>
              <a:gd name="csY1" fmla="*/ 1901967 h 1909587"/>
              <a:gd name="csX2" fmla="*/ 322746 w 1808613"/>
              <a:gd name="csY2" fmla="*/ 1856247 h 1909587"/>
              <a:gd name="csX3" fmla="*/ 376086 w 1808613"/>
              <a:gd name="csY3" fmla="*/ 1833387 h 1909587"/>
              <a:gd name="csX4" fmla="*/ 398946 w 1808613"/>
              <a:gd name="csY4" fmla="*/ 1818147 h 1909587"/>
              <a:gd name="csX5" fmla="*/ 505626 w 1808613"/>
              <a:gd name="csY5" fmla="*/ 1802907 h 1909587"/>
              <a:gd name="csX6" fmla="*/ 505626 w 1808613"/>
              <a:gd name="csY6" fmla="*/ 1726707 h 1909587"/>
              <a:gd name="csX7" fmla="*/ 482766 w 1808613"/>
              <a:gd name="csY7" fmla="*/ 1711467 h 1909587"/>
              <a:gd name="csX8" fmla="*/ 467526 w 1808613"/>
              <a:gd name="csY8" fmla="*/ 1688607 h 1909587"/>
              <a:gd name="csX9" fmla="*/ 490386 w 1808613"/>
              <a:gd name="csY9" fmla="*/ 1673367 h 1909587"/>
              <a:gd name="csX10" fmla="*/ 543726 w 1808613"/>
              <a:gd name="csY10" fmla="*/ 1680987 h 1909587"/>
              <a:gd name="csX11" fmla="*/ 551346 w 1808613"/>
              <a:gd name="csY11" fmla="*/ 1703847 h 1909587"/>
              <a:gd name="csX12" fmla="*/ 581826 w 1808613"/>
              <a:gd name="csY12" fmla="*/ 1757187 h 1909587"/>
              <a:gd name="csX13" fmla="*/ 597066 w 1808613"/>
              <a:gd name="csY13" fmla="*/ 1787667 h 1909587"/>
              <a:gd name="csX14" fmla="*/ 612306 w 1808613"/>
              <a:gd name="csY14" fmla="*/ 1764807 h 1909587"/>
              <a:gd name="csX15" fmla="*/ 627546 w 1808613"/>
              <a:gd name="csY15" fmla="*/ 1726707 h 1909587"/>
              <a:gd name="csX16" fmla="*/ 650406 w 1808613"/>
              <a:gd name="csY16" fmla="*/ 1741947 h 1909587"/>
              <a:gd name="csX17" fmla="*/ 688506 w 1808613"/>
              <a:gd name="csY17" fmla="*/ 1719087 h 1909587"/>
              <a:gd name="csX18" fmla="*/ 749466 w 1808613"/>
              <a:gd name="csY18" fmla="*/ 1726707 h 1909587"/>
              <a:gd name="csX19" fmla="*/ 764706 w 1808613"/>
              <a:gd name="csY19" fmla="*/ 1703847 h 1909587"/>
              <a:gd name="csX20" fmla="*/ 749466 w 1808613"/>
              <a:gd name="csY20" fmla="*/ 1680987 h 1909587"/>
              <a:gd name="csX21" fmla="*/ 696126 w 1808613"/>
              <a:gd name="csY21" fmla="*/ 1650507 h 1909587"/>
              <a:gd name="csX22" fmla="*/ 718986 w 1808613"/>
              <a:gd name="csY22" fmla="*/ 1635267 h 1909587"/>
              <a:gd name="csX23" fmla="*/ 833286 w 1808613"/>
              <a:gd name="csY23" fmla="*/ 1658127 h 1909587"/>
              <a:gd name="csX24" fmla="*/ 955206 w 1808613"/>
              <a:gd name="csY24" fmla="*/ 1650507 h 1909587"/>
              <a:gd name="csX25" fmla="*/ 985686 w 1808613"/>
              <a:gd name="csY25" fmla="*/ 1658127 h 1909587"/>
              <a:gd name="csX26" fmla="*/ 1077126 w 1808613"/>
              <a:gd name="csY26" fmla="*/ 1642887 h 1909587"/>
              <a:gd name="csX27" fmla="*/ 1099986 w 1808613"/>
              <a:gd name="csY27" fmla="*/ 1627647 h 1909587"/>
              <a:gd name="csX28" fmla="*/ 1092366 w 1808613"/>
              <a:gd name="csY28" fmla="*/ 1566687 h 1909587"/>
              <a:gd name="csX29" fmla="*/ 1069506 w 1808613"/>
              <a:gd name="csY29" fmla="*/ 1551447 h 1909587"/>
              <a:gd name="csX30" fmla="*/ 1054266 w 1808613"/>
              <a:gd name="csY30" fmla="*/ 1528587 h 1909587"/>
              <a:gd name="csX31" fmla="*/ 1084746 w 1808613"/>
              <a:gd name="csY31" fmla="*/ 1505727 h 1909587"/>
              <a:gd name="csX32" fmla="*/ 1145706 w 1808613"/>
              <a:gd name="csY32" fmla="*/ 1498107 h 1909587"/>
              <a:gd name="csX33" fmla="*/ 1115226 w 1808613"/>
              <a:gd name="csY33" fmla="*/ 1421907 h 1909587"/>
              <a:gd name="csX34" fmla="*/ 1092366 w 1808613"/>
              <a:gd name="csY34" fmla="*/ 1399047 h 1909587"/>
              <a:gd name="csX35" fmla="*/ 1092366 w 1808613"/>
              <a:gd name="csY35" fmla="*/ 1322847 h 1909587"/>
              <a:gd name="csX36" fmla="*/ 1115226 w 1808613"/>
              <a:gd name="csY36" fmla="*/ 1299987 h 1909587"/>
              <a:gd name="csX37" fmla="*/ 1130466 w 1808613"/>
              <a:gd name="csY37" fmla="*/ 1261887 h 1909587"/>
              <a:gd name="csX38" fmla="*/ 1115226 w 1808613"/>
              <a:gd name="csY38" fmla="*/ 1239027 h 1909587"/>
              <a:gd name="csX39" fmla="*/ 1000926 w 1808613"/>
              <a:gd name="csY39" fmla="*/ 1231407 h 1909587"/>
              <a:gd name="csX40" fmla="*/ 978066 w 1808613"/>
              <a:gd name="csY40" fmla="*/ 1200927 h 1909587"/>
              <a:gd name="csX41" fmla="*/ 947586 w 1808613"/>
              <a:gd name="csY41" fmla="*/ 1178067 h 1909587"/>
              <a:gd name="csX42" fmla="*/ 939966 w 1808613"/>
              <a:gd name="csY42" fmla="*/ 1147587 h 1909587"/>
              <a:gd name="csX43" fmla="*/ 955206 w 1808613"/>
              <a:gd name="csY43" fmla="*/ 1124727 h 1909587"/>
              <a:gd name="csX44" fmla="*/ 978066 w 1808613"/>
              <a:gd name="csY44" fmla="*/ 1117107 h 1909587"/>
              <a:gd name="csX45" fmla="*/ 1069506 w 1808613"/>
              <a:gd name="csY45" fmla="*/ 1109487 h 1909587"/>
              <a:gd name="csX46" fmla="*/ 1092366 w 1808613"/>
              <a:gd name="csY46" fmla="*/ 1101867 h 1909587"/>
              <a:gd name="csX47" fmla="*/ 1122846 w 1808613"/>
              <a:gd name="csY47" fmla="*/ 1094247 h 1909587"/>
              <a:gd name="csX48" fmla="*/ 1145706 w 1808613"/>
              <a:gd name="csY48" fmla="*/ 1063767 h 1909587"/>
              <a:gd name="csX49" fmla="*/ 1183806 w 1808613"/>
              <a:gd name="csY49" fmla="*/ 926607 h 1909587"/>
              <a:gd name="csX50" fmla="*/ 1237146 w 1808613"/>
              <a:gd name="csY50" fmla="*/ 934227 h 1909587"/>
              <a:gd name="csX51" fmla="*/ 1343826 w 1808613"/>
              <a:gd name="csY51" fmla="*/ 934227 h 1909587"/>
              <a:gd name="csX52" fmla="*/ 1366686 w 1808613"/>
              <a:gd name="csY52" fmla="*/ 903747 h 1909587"/>
              <a:gd name="csX53" fmla="*/ 1389546 w 1808613"/>
              <a:gd name="csY53" fmla="*/ 858027 h 1909587"/>
              <a:gd name="csX54" fmla="*/ 1412406 w 1808613"/>
              <a:gd name="csY54" fmla="*/ 880887 h 1909587"/>
              <a:gd name="csX55" fmla="*/ 1427646 w 1808613"/>
              <a:gd name="csY55" fmla="*/ 926607 h 1909587"/>
              <a:gd name="csX56" fmla="*/ 1435266 w 1808613"/>
              <a:gd name="csY56" fmla="*/ 949467 h 1909587"/>
              <a:gd name="csX57" fmla="*/ 1465746 w 1808613"/>
              <a:gd name="csY57" fmla="*/ 1002807 h 1909587"/>
              <a:gd name="csX58" fmla="*/ 1480986 w 1808613"/>
              <a:gd name="csY58" fmla="*/ 979947 h 1909587"/>
              <a:gd name="csX59" fmla="*/ 1488606 w 1808613"/>
              <a:gd name="csY59" fmla="*/ 957087 h 1909587"/>
              <a:gd name="csX60" fmla="*/ 1511466 w 1808613"/>
              <a:gd name="csY60" fmla="*/ 979947 h 1909587"/>
              <a:gd name="csX61" fmla="*/ 1526706 w 1808613"/>
              <a:gd name="csY61" fmla="*/ 1033287 h 1909587"/>
              <a:gd name="csX62" fmla="*/ 1407591 w 1808613"/>
              <a:gd name="csY62" fmla="*/ 1148756 h 1909587"/>
              <a:gd name="csX63" fmla="*/ 1450531 w 1808613"/>
              <a:gd name="csY63" fmla="*/ 1223613 h 1909587"/>
              <a:gd name="csX64" fmla="*/ 1771862 w 1808613"/>
              <a:gd name="csY64" fmla="*/ 1136288 h 1909587"/>
              <a:gd name="csX65" fmla="*/ 1800952 w 1808613"/>
              <a:gd name="csY65" fmla="*/ 1056993 h 1909587"/>
              <a:gd name="csX66" fmla="*/ 1612587 w 1808613"/>
              <a:gd name="csY66" fmla="*/ 1094832 h 1909587"/>
              <a:gd name="csX67" fmla="*/ 1537105 w 1808613"/>
              <a:gd name="csY67" fmla="*/ 1092233 h 1909587"/>
              <a:gd name="csX68" fmla="*/ 1650687 w 1808613"/>
              <a:gd name="csY68" fmla="*/ 1040236 h 1909587"/>
              <a:gd name="csX69" fmla="*/ 1659695 w 1808613"/>
              <a:gd name="csY69" fmla="*/ 1016120 h 1909587"/>
              <a:gd name="csX70" fmla="*/ 1587666 w 1808613"/>
              <a:gd name="csY70" fmla="*/ 972327 h 1909587"/>
              <a:gd name="csX71" fmla="*/ 1572426 w 1808613"/>
              <a:gd name="csY71" fmla="*/ 941847 h 1909587"/>
              <a:gd name="csX72" fmla="*/ 1595286 w 1808613"/>
              <a:gd name="csY72" fmla="*/ 926607 h 1909587"/>
              <a:gd name="csX73" fmla="*/ 1648626 w 1808613"/>
              <a:gd name="csY73" fmla="*/ 941847 h 1909587"/>
              <a:gd name="csX74" fmla="*/ 1663866 w 1808613"/>
              <a:gd name="csY74" fmla="*/ 911367 h 1909587"/>
              <a:gd name="csX75" fmla="*/ 1656246 w 1808613"/>
              <a:gd name="csY75" fmla="*/ 865647 h 1909587"/>
              <a:gd name="csX76" fmla="*/ 1633386 w 1808613"/>
              <a:gd name="csY76" fmla="*/ 858027 h 1909587"/>
              <a:gd name="csX77" fmla="*/ 1602906 w 1808613"/>
              <a:gd name="csY77" fmla="*/ 850407 h 1909587"/>
              <a:gd name="csX78" fmla="*/ 1595286 w 1808613"/>
              <a:gd name="csY78" fmla="*/ 819927 h 1909587"/>
              <a:gd name="csX79" fmla="*/ 1587666 w 1808613"/>
              <a:gd name="csY79" fmla="*/ 758967 h 1909587"/>
              <a:gd name="csX80" fmla="*/ 1572426 w 1808613"/>
              <a:gd name="csY80" fmla="*/ 728487 h 1909587"/>
              <a:gd name="csX81" fmla="*/ 1564806 w 1808613"/>
              <a:gd name="csY81" fmla="*/ 698007 h 1909587"/>
              <a:gd name="csX82" fmla="*/ 1701966 w 1808613"/>
              <a:gd name="csY82" fmla="*/ 675147 h 1909587"/>
              <a:gd name="csX83" fmla="*/ 1602260 w 1808613"/>
              <a:gd name="csY83" fmla="*/ 655469 h 1909587"/>
              <a:gd name="csX84" fmla="*/ 1569050 w 1808613"/>
              <a:gd name="csY84" fmla="*/ 594596 h 1909587"/>
              <a:gd name="csX85" fmla="*/ 1657039 w 1808613"/>
              <a:gd name="csY85" fmla="*/ 529695 h 1909587"/>
              <a:gd name="csX86" fmla="*/ 1675035 w 1808613"/>
              <a:gd name="csY86" fmla="*/ 469320 h 1909587"/>
              <a:gd name="csX87" fmla="*/ 1645945 w 1808613"/>
              <a:gd name="csY87" fmla="*/ 379807 h 1909587"/>
              <a:gd name="csX88" fmla="*/ 1719339 w 1808613"/>
              <a:gd name="csY88" fmla="*/ 317591 h 1909587"/>
              <a:gd name="csX89" fmla="*/ 1779581 w 1808613"/>
              <a:gd name="csY89" fmla="*/ 221216 h 1909587"/>
              <a:gd name="csX90" fmla="*/ 1771425 w 1808613"/>
              <a:gd name="csY90" fmla="*/ 133132 h 1909587"/>
              <a:gd name="csX91" fmla="*/ 1729021 w 1808613"/>
              <a:gd name="csY91" fmla="*/ 43034 h 1909587"/>
              <a:gd name="csX92" fmla="*/ 1293598 w 1808613"/>
              <a:gd name="csY92" fmla="*/ 0 h 1909587"/>
              <a:gd name="csX0" fmla="*/ 0 w 1808613"/>
              <a:gd name="csY0" fmla="*/ 1909587 h 1909587"/>
              <a:gd name="csX1" fmla="*/ 150985 w 1808613"/>
              <a:gd name="csY1" fmla="*/ 1901967 h 1909587"/>
              <a:gd name="csX2" fmla="*/ 322746 w 1808613"/>
              <a:gd name="csY2" fmla="*/ 1856247 h 1909587"/>
              <a:gd name="csX3" fmla="*/ 376086 w 1808613"/>
              <a:gd name="csY3" fmla="*/ 1833387 h 1909587"/>
              <a:gd name="csX4" fmla="*/ 398946 w 1808613"/>
              <a:gd name="csY4" fmla="*/ 1818147 h 1909587"/>
              <a:gd name="csX5" fmla="*/ 505626 w 1808613"/>
              <a:gd name="csY5" fmla="*/ 1802907 h 1909587"/>
              <a:gd name="csX6" fmla="*/ 505626 w 1808613"/>
              <a:gd name="csY6" fmla="*/ 1726707 h 1909587"/>
              <a:gd name="csX7" fmla="*/ 482766 w 1808613"/>
              <a:gd name="csY7" fmla="*/ 1711467 h 1909587"/>
              <a:gd name="csX8" fmla="*/ 467526 w 1808613"/>
              <a:gd name="csY8" fmla="*/ 1688607 h 1909587"/>
              <a:gd name="csX9" fmla="*/ 490386 w 1808613"/>
              <a:gd name="csY9" fmla="*/ 1673367 h 1909587"/>
              <a:gd name="csX10" fmla="*/ 543726 w 1808613"/>
              <a:gd name="csY10" fmla="*/ 1680987 h 1909587"/>
              <a:gd name="csX11" fmla="*/ 551346 w 1808613"/>
              <a:gd name="csY11" fmla="*/ 1703847 h 1909587"/>
              <a:gd name="csX12" fmla="*/ 581826 w 1808613"/>
              <a:gd name="csY12" fmla="*/ 1757187 h 1909587"/>
              <a:gd name="csX13" fmla="*/ 597066 w 1808613"/>
              <a:gd name="csY13" fmla="*/ 1787667 h 1909587"/>
              <a:gd name="csX14" fmla="*/ 612306 w 1808613"/>
              <a:gd name="csY14" fmla="*/ 1764807 h 1909587"/>
              <a:gd name="csX15" fmla="*/ 627546 w 1808613"/>
              <a:gd name="csY15" fmla="*/ 1726707 h 1909587"/>
              <a:gd name="csX16" fmla="*/ 650406 w 1808613"/>
              <a:gd name="csY16" fmla="*/ 1741947 h 1909587"/>
              <a:gd name="csX17" fmla="*/ 688506 w 1808613"/>
              <a:gd name="csY17" fmla="*/ 1719087 h 1909587"/>
              <a:gd name="csX18" fmla="*/ 749466 w 1808613"/>
              <a:gd name="csY18" fmla="*/ 1726707 h 1909587"/>
              <a:gd name="csX19" fmla="*/ 764706 w 1808613"/>
              <a:gd name="csY19" fmla="*/ 1703847 h 1909587"/>
              <a:gd name="csX20" fmla="*/ 749466 w 1808613"/>
              <a:gd name="csY20" fmla="*/ 1680987 h 1909587"/>
              <a:gd name="csX21" fmla="*/ 696126 w 1808613"/>
              <a:gd name="csY21" fmla="*/ 1650507 h 1909587"/>
              <a:gd name="csX22" fmla="*/ 718986 w 1808613"/>
              <a:gd name="csY22" fmla="*/ 1635267 h 1909587"/>
              <a:gd name="csX23" fmla="*/ 833286 w 1808613"/>
              <a:gd name="csY23" fmla="*/ 1658127 h 1909587"/>
              <a:gd name="csX24" fmla="*/ 955206 w 1808613"/>
              <a:gd name="csY24" fmla="*/ 1650507 h 1909587"/>
              <a:gd name="csX25" fmla="*/ 985686 w 1808613"/>
              <a:gd name="csY25" fmla="*/ 1658127 h 1909587"/>
              <a:gd name="csX26" fmla="*/ 1077126 w 1808613"/>
              <a:gd name="csY26" fmla="*/ 1642887 h 1909587"/>
              <a:gd name="csX27" fmla="*/ 1099986 w 1808613"/>
              <a:gd name="csY27" fmla="*/ 1627647 h 1909587"/>
              <a:gd name="csX28" fmla="*/ 1092366 w 1808613"/>
              <a:gd name="csY28" fmla="*/ 1566687 h 1909587"/>
              <a:gd name="csX29" fmla="*/ 1069506 w 1808613"/>
              <a:gd name="csY29" fmla="*/ 1551447 h 1909587"/>
              <a:gd name="csX30" fmla="*/ 1054266 w 1808613"/>
              <a:gd name="csY30" fmla="*/ 1528587 h 1909587"/>
              <a:gd name="csX31" fmla="*/ 1084746 w 1808613"/>
              <a:gd name="csY31" fmla="*/ 1505727 h 1909587"/>
              <a:gd name="csX32" fmla="*/ 1145706 w 1808613"/>
              <a:gd name="csY32" fmla="*/ 1498107 h 1909587"/>
              <a:gd name="csX33" fmla="*/ 1115226 w 1808613"/>
              <a:gd name="csY33" fmla="*/ 1421907 h 1909587"/>
              <a:gd name="csX34" fmla="*/ 1092366 w 1808613"/>
              <a:gd name="csY34" fmla="*/ 1399047 h 1909587"/>
              <a:gd name="csX35" fmla="*/ 1092366 w 1808613"/>
              <a:gd name="csY35" fmla="*/ 1322847 h 1909587"/>
              <a:gd name="csX36" fmla="*/ 1115226 w 1808613"/>
              <a:gd name="csY36" fmla="*/ 1299987 h 1909587"/>
              <a:gd name="csX37" fmla="*/ 1130466 w 1808613"/>
              <a:gd name="csY37" fmla="*/ 1261887 h 1909587"/>
              <a:gd name="csX38" fmla="*/ 1115226 w 1808613"/>
              <a:gd name="csY38" fmla="*/ 1239027 h 1909587"/>
              <a:gd name="csX39" fmla="*/ 1000926 w 1808613"/>
              <a:gd name="csY39" fmla="*/ 1231407 h 1909587"/>
              <a:gd name="csX40" fmla="*/ 978066 w 1808613"/>
              <a:gd name="csY40" fmla="*/ 1200927 h 1909587"/>
              <a:gd name="csX41" fmla="*/ 947586 w 1808613"/>
              <a:gd name="csY41" fmla="*/ 1178067 h 1909587"/>
              <a:gd name="csX42" fmla="*/ 939966 w 1808613"/>
              <a:gd name="csY42" fmla="*/ 1147587 h 1909587"/>
              <a:gd name="csX43" fmla="*/ 955206 w 1808613"/>
              <a:gd name="csY43" fmla="*/ 1124727 h 1909587"/>
              <a:gd name="csX44" fmla="*/ 978066 w 1808613"/>
              <a:gd name="csY44" fmla="*/ 1117107 h 1909587"/>
              <a:gd name="csX45" fmla="*/ 1069506 w 1808613"/>
              <a:gd name="csY45" fmla="*/ 1109487 h 1909587"/>
              <a:gd name="csX46" fmla="*/ 1092366 w 1808613"/>
              <a:gd name="csY46" fmla="*/ 1101867 h 1909587"/>
              <a:gd name="csX47" fmla="*/ 1122846 w 1808613"/>
              <a:gd name="csY47" fmla="*/ 1094247 h 1909587"/>
              <a:gd name="csX48" fmla="*/ 1145706 w 1808613"/>
              <a:gd name="csY48" fmla="*/ 1063767 h 1909587"/>
              <a:gd name="csX49" fmla="*/ 1183806 w 1808613"/>
              <a:gd name="csY49" fmla="*/ 926607 h 1909587"/>
              <a:gd name="csX50" fmla="*/ 1237146 w 1808613"/>
              <a:gd name="csY50" fmla="*/ 934227 h 1909587"/>
              <a:gd name="csX51" fmla="*/ 1343826 w 1808613"/>
              <a:gd name="csY51" fmla="*/ 934227 h 1909587"/>
              <a:gd name="csX52" fmla="*/ 1366686 w 1808613"/>
              <a:gd name="csY52" fmla="*/ 903747 h 1909587"/>
              <a:gd name="csX53" fmla="*/ 1389546 w 1808613"/>
              <a:gd name="csY53" fmla="*/ 858027 h 1909587"/>
              <a:gd name="csX54" fmla="*/ 1412406 w 1808613"/>
              <a:gd name="csY54" fmla="*/ 880887 h 1909587"/>
              <a:gd name="csX55" fmla="*/ 1427646 w 1808613"/>
              <a:gd name="csY55" fmla="*/ 926607 h 1909587"/>
              <a:gd name="csX56" fmla="*/ 1435266 w 1808613"/>
              <a:gd name="csY56" fmla="*/ 949467 h 1909587"/>
              <a:gd name="csX57" fmla="*/ 1465746 w 1808613"/>
              <a:gd name="csY57" fmla="*/ 1002807 h 1909587"/>
              <a:gd name="csX58" fmla="*/ 1480986 w 1808613"/>
              <a:gd name="csY58" fmla="*/ 979947 h 1909587"/>
              <a:gd name="csX59" fmla="*/ 1488606 w 1808613"/>
              <a:gd name="csY59" fmla="*/ 957087 h 1909587"/>
              <a:gd name="csX60" fmla="*/ 1511466 w 1808613"/>
              <a:gd name="csY60" fmla="*/ 979947 h 1909587"/>
              <a:gd name="csX61" fmla="*/ 1526706 w 1808613"/>
              <a:gd name="csY61" fmla="*/ 1033287 h 1909587"/>
              <a:gd name="csX62" fmla="*/ 1407591 w 1808613"/>
              <a:gd name="csY62" fmla="*/ 1148756 h 1909587"/>
              <a:gd name="csX63" fmla="*/ 1450531 w 1808613"/>
              <a:gd name="csY63" fmla="*/ 1223613 h 1909587"/>
              <a:gd name="csX64" fmla="*/ 1771862 w 1808613"/>
              <a:gd name="csY64" fmla="*/ 1136288 h 1909587"/>
              <a:gd name="csX65" fmla="*/ 1800952 w 1808613"/>
              <a:gd name="csY65" fmla="*/ 1056993 h 1909587"/>
              <a:gd name="csX66" fmla="*/ 1612587 w 1808613"/>
              <a:gd name="csY66" fmla="*/ 1094832 h 1909587"/>
              <a:gd name="csX67" fmla="*/ 1537105 w 1808613"/>
              <a:gd name="csY67" fmla="*/ 1092233 h 1909587"/>
              <a:gd name="csX68" fmla="*/ 1650687 w 1808613"/>
              <a:gd name="csY68" fmla="*/ 1040236 h 1909587"/>
              <a:gd name="csX69" fmla="*/ 1659695 w 1808613"/>
              <a:gd name="csY69" fmla="*/ 1016120 h 1909587"/>
              <a:gd name="csX70" fmla="*/ 1587666 w 1808613"/>
              <a:gd name="csY70" fmla="*/ 972327 h 1909587"/>
              <a:gd name="csX71" fmla="*/ 1572426 w 1808613"/>
              <a:gd name="csY71" fmla="*/ 941847 h 1909587"/>
              <a:gd name="csX72" fmla="*/ 1595286 w 1808613"/>
              <a:gd name="csY72" fmla="*/ 926607 h 1909587"/>
              <a:gd name="csX73" fmla="*/ 1648626 w 1808613"/>
              <a:gd name="csY73" fmla="*/ 941847 h 1909587"/>
              <a:gd name="csX74" fmla="*/ 1663866 w 1808613"/>
              <a:gd name="csY74" fmla="*/ 911367 h 1909587"/>
              <a:gd name="csX75" fmla="*/ 1656246 w 1808613"/>
              <a:gd name="csY75" fmla="*/ 865647 h 1909587"/>
              <a:gd name="csX76" fmla="*/ 1633386 w 1808613"/>
              <a:gd name="csY76" fmla="*/ 858027 h 1909587"/>
              <a:gd name="csX77" fmla="*/ 1602906 w 1808613"/>
              <a:gd name="csY77" fmla="*/ 850407 h 1909587"/>
              <a:gd name="csX78" fmla="*/ 1595286 w 1808613"/>
              <a:gd name="csY78" fmla="*/ 819927 h 1909587"/>
              <a:gd name="csX79" fmla="*/ 1587666 w 1808613"/>
              <a:gd name="csY79" fmla="*/ 758967 h 1909587"/>
              <a:gd name="csX80" fmla="*/ 1572426 w 1808613"/>
              <a:gd name="csY80" fmla="*/ 728487 h 1909587"/>
              <a:gd name="csX81" fmla="*/ 1564806 w 1808613"/>
              <a:gd name="csY81" fmla="*/ 698007 h 1909587"/>
              <a:gd name="csX82" fmla="*/ 1701966 w 1808613"/>
              <a:gd name="csY82" fmla="*/ 675147 h 1909587"/>
              <a:gd name="csX83" fmla="*/ 1602260 w 1808613"/>
              <a:gd name="csY83" fmla="*/ 655469 h 1909587"/>
              <a:gd name="csX84" fmla="*/ 1569050 w 1808613"/>
              <a:gd name="csY84" fmla="*/ 594596 h 1909587"/>
              <a:gd name="csX85" fmla="*/ 1657039 w 1808613"/>
              <a:gd name="csY85" fmla="*/ 529695 h 1909587"/>
              <a:gd name="csX86" fmla="*/ 1675035 w 1808613"/>
              <a:gd name="csY86" fmla="*/ 469320 h 1909587"/>
              <a:gd name="csX87" fmla="*/ 1645945 w 1808613"/>
              <a:gd name="csY87" fmla="*/ 379807 h 1909587"/>
              <a:gd name="csX88" fmla="*/ 1719339 w 1808613"/>
              <a:gd name="csY88" fmla="*/ 317591 h 1909587"/>
              <a:gd name="csX89" fmla="*/ 1779581 w 1808613"/>
              <a:gd name="csY89" fmla="*/ 221216 h 1909587"/>
              <a:gd name="csX90" fmla="*/ 1771425 w 1808613"/>
              <a:gd name="csY90" fmla="*/ 133132 h 1909587"/>
              <a:gd name="csX91" fmla="*/ 1729021 w 1808613"/>
              <a:gd name="csY91" fmla="*/ 43034 h 1909587"/>
              <a:gd name="csX92" fmla="*/ 1466723 w 1808613"/>
              <a:gd name="csY92" fmla="*/ 39938 h 1909587"/>
              <a:gd name="csX93" fmla="*/ 1293598 w 1808613"/>
              <a:gd name="csY93" fmla="*/ 0 h 190958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</a:cxnLst>
            <a:rect l="l" t="t" r="r" b="b"/>
            <a:pathLst>
              <a:path w="1808613" h="1909587">
                <a:moveTo>
                  <a:pt x="0" y="1909587"/>
                </a:moveTo>
                <a:cubicBezTo>
                  <a:pt x="20320" y="1907047"/>
                  <a:pt x="97194" y="1910857"/>
                  <a:pt x="150985" y="1901967"/>
                </a:cubicBezTo>
                <a:cubicBezTo>
                  <a:pt x="204776" y="1893077"/>
                  <a:pt x="285229" y="1867677"/>
                  <a:pt x="322746" y="1856247"/>
                </a:cubicBezTo>
                <a:cubicBezTo>
                  <a:pt x="360263" y="1844817"/>
                  <a:pt x="346658" y="1848101"/>
                  <a:pt x="376086" y="1833387"/>
                </a:cubicBezTo>
                <a:cubicBezTo>
                  <a:pt x="384277" y="1829291"/>
                  <a:pt x="390371" y="1821363"/>
                  <a:pt x="398946" y="1818147"/>
                </a:cubicBezTo>
                <a:cubicBezTo>
                  <a:pt x="419377" y="1810485"/>
                  <a:pt x="495606" y="1804020"/>
                  <a:pt x="505626" y="1802907"/>
                </a:cubicBezTo>
                <a:cubicBezTo>
                  <a:pt x="510894" y="1776566"/>
                  <a:pt x="520678" y="1753048"/>
                  <a:pt x="505626" y="1726707"/>
                </a:cubicBezTo>
                <a:cubicBezTo>
                  <a:pt x="501082" y="1718756"/>
                  <a:pt x="490386" y="1716547"/>
                  <a:pt x="482766" y="1711467"/>
                </a:cubicBezTo>
                <a:cubicBezTo>
                  <a:pt x="477686" y="1703847"/>
                  <a:pt x="465730" y="1697587"/>
                  <a:pt x="467526" y="1688607"/>
                </a:cubicBezTo>
                <a:cubicBezTo>
                  <a:pt x="469322" y="1679627"/>
                  <a:pt x="481273" y="1674278"/>
                  <a:pt x="490386" y="1673367"/>
                </a:cubicBezTo>
                <a:cubicBezTo>
                  <a:pt x="508257" y="1671580"/>
                  <a:pt x="525946" y="1678447"/>
                  <a:pt x="543726" y="1680987"/>
                </a:cubicBezTo>
                <a:cubicBezTo>
                  <a:pt x="546266" y="1688607"/>
                  <a:pt x="548182" y="1696464"/>
                  <a:pt x="551346" y="1703847"/>
                </a:cubicBezTo>
                <a:cubicBezTo>
                  <a:pt x="571083" y="1749901"/>
                  <a:pt x="559961" y="1718923"/>
                  <a:pt x="581826" y="1757187"/>
                </a:cubicBezTo>
                <a:cubicBezTo>
                  <a:pt x="587462" y="1767050"/>
                  <a:pt x="591986" y="1777507"/>
                  <a:pt x="597066" y="1787667"/>
                </a:cubicBezTo>
                <a:cubicBezTo>
                  <a:pt x="602146" y="1780047"/>
                  <a:pt x="608210" y="1772998"/>
                  <a:pt x="612306" y="1764807"/>
                </a:cubicBezTo>
                <a:cubicBezTo>
                  <a:pt x="618423" y="1752573"/>
                  <a:pt x="615817" y="1733744"/>
                  <a:pt x="627546" y="1726707"/>
                </a:cubicBezTo>
                <a:cubicBezTo>
                  <a:pt x="635399" y="1721995"/>
                  <a:pt x="642786" y="1736867"/>
                  <a:pt x="650406" y="1741947"/>
                </a:cubicBezTo>
                <a:cubicBezTo>
                  <a:pt x="663106" y="1734327"/>
                  <a:pt x="673695" y="1719087"/>
                  <a:pt x="688506" y="1719087"/>
                </a:cubicBezTo>
                <a:cubicBezTo>
                  <a:pt x="787424" y="1719087"/>
                  <a:pt x="654542" y="1774169"/>
                  <a:pt x="749466" y="1726707"/>
                </a:cubicBezTo>
                <a:cubicBezTo>
                  <a:pt x="754546" y="1719087"/>
                  <a:pt x="764706" y="1713005"/>
                  <a:pt x="764706" y="1703847"/>
                </a:cubicBezTo>
                <a:cubicBezTo>
                  <a:pt x="764706" y="1694689"/>
                  <a:pt x="755942" y="1687463"/>
                  <a:pt x="749466" y="1680987"/>
                </a:cubicBezTo>
                <a:cubicBezTo>
                  <a:pt x="738696" y="1670217"/>
                  <a:pt x="708079" y="1656483"/>
                  <a:pt x="696126" y="1650507"/>
                </a:cubicBezTo>
                <a:cubicBezTo>
                  <a:pt x="703746" y="1645427"/>
                  <a:pt x="709855" y="1635969"/>
                  <a:pt x="718986" y="1635267"/>
                </a:cubicBezTo>
                <a:cubicBezTo>
                  <a:pt x="775480" y="1630921"/>
                  <a:pt x="789338" y="1640548"/>
                  <a:pt x="833286" y="1658127"/>
                </a:cubicBezTo>
                <a:cubicBezTo>
                  <a:pt x="914679" y="1641848"/>
                  <a:pt x="889875" y="1637441"/>
                  <a:pt x="955206" y="1650507"/>
                </a:cubicBezTo>
                <a:cubicBezTo>
                  <a:pt x="965475" y="1652561"/>
                  <a:pt x="975526" y="1655587"/>
                  <a:pt x="985686" y="1658127"/>
                </a:cubicBezTo>
                <a:cubicBezTo>
                  <a:pt x="1007415" y="1655713"/>
                  <a:pt x="1051594" y="1655653"/>
                  <a:pt x="1077126" y="1642887"/>
                </a:cubicBezTo>
                <a:cubicBezTo>
                  <a:pt x="1085317" y="1638791"/>
                  <a:pt x="1092366" y="1632727"/>
                  <a:pt x="1099986" y="1627647"/>
                </a:cubicBezTo>
                <a:cubicBezTo>
                  <a:pt x="1097446" y="1607327"/>
                  <a:pt x="1099971" y="1585700"/>
                  <a:pt x="1092366" y="1566687"/>
                </a:cubicBezTo>
                <a:cubicBezTo>
                  <a:pt x="1088965" y="1558184"/>
                  <a:pt x="1075982" y="1557923"/>
                  <a:pt x="1069506" y="1551447"/>
                </a:cubicBezTo>
                <a:cubicBezTo>
                  <a:pt x="1063030" y="1544971"/>
                  <a:pt x="1059346" y="1536207"/>
                  <a:pt x="1054266" y="1528587"/>
                </a:cubicBezTo>
                <a:cubicBezTo>
                  <a:pt x="1064426" y="1520967"/>
                  <a:pt x="1072698" y="1509743"/>
                  <a:pt x="1084746" y="1505727"/>
                </a:cubicBezTo>
                <a:cubicBezTo>
                  <a:pt x="1104173" y="1499251"/>
                  <a:pt x="1133134" y="1514271"/>
                  <a:pt x="1145706" y="1498107"/>
                </a:cubicBezTo>
                <a:cubicBezTo>
                  <a:pt x="1182336" y="1451012"/>
                  <a:pt x="1134828" y="1438242"/>
                  <a:pt x="1115226" y="1421907"/>
                </a:cubicBezTo>
                <a:cubicBezTo>
                  <a:pt x="1106947" y="1415008"/>
                  <a:pt x="1099986" y="1406667"/>
                  <a:pt x="1092366" y="1399047"/>
                </a:cubicBezTo>
                <a:cubicBezTo>
                  <a:pt x="1082270" y="1368760"/>
                  <a:pt x="1076446" y="1362647"/>
                  <a:pt x="1092366" y="1322847"/>
                </a:cubicBezTo>
                <a:cubicBezTo>
                  <a:pt x="1096368" y="1312841"/>
                  <a:pt x="1107606" y="1307607"/>
                  <a:pt x="1115226" y="1299987"/>
                </a:cubicBezTo>
                <a:cubicBezTo>
                  <a:pt x="1120306" y="1287287"/>
                  <a:pt x="1130466" y="1275565"/>
                  <a:pt x="1130466" y="1261887"/>
                </a:cubicBezTo>
                <a:cubicBezTo>
                  <a:pt x="1130466" y="1252729"/>
                  <a:pt x="1124141" y="1241125"/>
                  <a:pt x="1115226" y="1239027"/>
                </a:cubicBezTo>
                <a:cubicBezTo>
                  <a:pt x="1078056" y="1230281"/>
                  <a:pt x="1039026" y="1233947"/>
                  <a:pt x="1000926" y="1231407"/>
                </a:cubicBezTo>
                <a:cubicBezTo>
                  <a:pt x="993306" y="1221247"/>
                  <a:pt x="987046" y="1209907"/>
                  <a:pt x="978066" y="1200927"/>
                </a:cubicBezTo>
                <a:cubicBezTo>
                  <a:pt x="969086" y="1191947"/>
                  <a:pt x="954968" y="1188401"/>
                  <a:pt x="947586" y="1178067"/>
                </a:cubicBezTo>
                <a:cubicBezTo>
                  <a:pt x="941499" y="1169545"/>
                  <a:pt x="942506" y="1157747"/>
                  <a:pt x="939966" y="1147587"/>
                </a:cubicBezTo>
                <a:cubicBezTo>
                  <a:pt x="945046" y="1139967"/>
                  <a:pt x="948055" y="1130448"/>
                  <a:pt x="955206" y="1124727"/>
                </a:cubicBezTo>
                <a:cubicBezTo>
                  <a:pt x="961478" y="1119709"/>
                  <a:pt x="970104" y="1118169"/>
                  <a:pt x="978066" y="1117107"/>
                </a:cubicBezTo>
                <a:cubicBezTo>
                  <a:pt x="1008383" y="1113065"/>
                  <a:pt x="1039026" y="1112027"/>
                  <a:pt x="1069506" y="1109487"/>
                </a:cubicBezTo>
                <a:cubicBezTo>
                  <a:pt x="1077126" y="1106947"/>
                  <a:pt x="1084643" y="1104074"/>
                  <a:pt x="1092366" y="1101867"/>
                </a:cubicBezTo>
                <a:cubicBezTo>
                  <a:pt x="1102436" y="1098990"/>
                  <a:pt x="1114324" y="1100334"/>
                  <a:pt x="1122846" y="1094247"/>
                </a:cubicBezTo>
                <a:cubicBezTo>
                  <a:pt x="1133180" y="1086865"/>
                  <a:pt x="1138086" y="1073927"/>
                  <a:pt x="1145706" y="1063767"/>
                </a:cubicBezTo>
                <a:cubicBezTo>
                  <a:pt x="1149541" y="998574"/>
                  <a:pt x="1112428" y="926607"/>
                  <a:pt x="1183806" y="926607"/>
                </a:cubicBezTo>
                <a:cubicBezTo>
                  <a:pt x="1201767" y="926607"/>
                  <a:pt x="1219366" y="931687"/>
                  <a:pt x="1237146" y="934227"/>
                </a:cubicBezTo>
                <a:cubicBezTo>
                  <a:pt x="1276485" y="947340"/>
                  <a:pt x="1287410" y="954375"/>
                  <a:pt x="1343826" y="934227"/>
                </a:cubicBezTo>
                <a:cubicBezTo>
                  <a:pt x="1355786" y="929956"/>
                  <a:pt x="1359066" y="913907"/>
                  <a:pt x="1366686" y="903747"/>
                </a:cubicBezTo>
                <a:cubicBezTo>
                  <a:pt x="1368565" y="898110"/>
                  <a:pt x="1379698" y="858027"/>
                  <a:pt x="1389546" y="858027"/>
                </a:cubicBezTo>
                <a:cubicBezTo>
                  <a:pt x="1400322" y="858027"/>
                  <a:pt x="1404786" y="873267"/>
                  <a:pt x="1412406" y="880887"/>
                </a:cubicBezTo>
                <a:lnTo>
                  <a:pt x="1427646" y="926607"/>
                </a:lnTo>
                <a:cubicBezTo>
                  <a:pt x="1430186" y="934227"/>
                  <a:pt x="1431674" y="942283"/>
                  <a:pt x="1435266" y="949467"/>
                </a:cubicBezTo>
                <a:cubicBezTo>
                  <a:pt x="1454602" y="988138"/>
                  <a:pt x="1444205" y="970496"/>
                  <a:pt x="1465746" y="1002807"/>
                </a:cubicBezTo>
                <a:cubicBezTo>
                  <a:pt x="1470826" y="995187"/>
                  <a:pt x="1476890" y="988138"/>
                  <a:pt x="1480986" y="979947"/>
                </a:cubicBezTo>
                <a:cubicBezTo>
                  <a:pt x="1484578" y="972763"/>
                  <a:pt x="1480574" y="957087"/>
                  <a:pt x="1488606" y="957087"/>
                </a:cubicBezTo>
                <a:cubicBezTo>
                  <a:pt x="1499382" y="957087"/>
                  <a:pt x="1503846" y="972327"/>
                  <a:pt x="1511466" y="979947"/>
                </a:cubicBezTo>
                <a:cubicBezTo>
                  <a:pt x="1515059" y="990727"/>
                  <a:pt x="1544019" y="1005152"/>
                  <a:pt x="1526706" y="1033287"/>
                </a:cubicBezTo>
                <a:cubicBezTo>
                  <a:pt x="1509394" y="1061422"/>
                  <a:pt x="1411184" y="1137976"/>
                  <a:pt x="1407591" y="1148756"/>
                </a:cubicBezTo>
                <a:cubicBezTo>
                  <a:pt x="1412671" y="1158916"/>
                  <a:pt x="1389819" y="1225691"/>
                  <a:pt x="1450531" y="1223613"/>
                </a:cubicBezTo>
                <a:cubicBezTo>
                  <a:pt x="1511243" y="1221535"/>
                  <a:pt x="1717084" y="1118029"/>
                  <a:pt x="1771862" y="1136288"/>
                </a:cubicBezTo>
                <a:cubicBezTo>
                  <a:pt x="1776942" y="1126128"/>
                  <a:pt x="1827498" y="1063902"/>
                  <a:pt x="1800952" y="1056993"/>
                </a:cubicBezTo>
                <a:cubicBezTo>
                  <a:pt x="1774406" y="1050084"/>
                  <a:pt x="1627683" y="1140121"/>
                  <a:pt x="1612587" y="1094832"/>
                </a:cubicBezTo>
                <a:cubicBezTo>
                  <a:pt x="1615127" y="1082132"/>
                  <a:pt x="1530755" y="1101332"/>
                  <a:pt x="1537105" y="1092233"/>
                </a:cubicBezTo>
                <a:cubicBezTo>
                  <a:pt x="1543455" y="1083134"/>
                  <a:pt x="1630255" y="1052922"/>
                  <a:pt x="1650687" y="1040236"/>
                </a:cubicBezTo>
                <a:cubicBezTo>
                  <a:pt x="1671119" y="1027551"/>
                  <a:pt x="1652075" y="1021200"/>
                  <a:pt x="1659695" y="1016120"/>
                </a:cubicBezTo>
                <a:cubicBezTo>
                  <a:pt x="1639375" y="955160"/>
                  <a:pt x="1602211" y="984706"/>
                  <a:pt x="1587666" y="972327"/>
                </a:cubicBezTo>
                <a:cubicBezTo>
                  <a:pt x="1573121" y="959948"/>
                  <a:pt x="1577506" y="952007"/>
                  <a:pt x="1572426" y="941847"/>
                </a:cubicBezTo>
                <a:cubicBezTo>
                  <a:pt x="1580046" y="936767"/>
                  <a:pt x="1586220" y="927902"/>
                  <a:pt x="1595286" y="926607"/>
                </a:cubicBezTo>
                <a:cubicBezTo>
                  <a:pt x="1601984" y="925650"/>
                  <a:pt x="1640047" y="938987"/>
                  <a:pt x="1648626" y="941847"/>
                </a:cubicBezTo>
                <a:cubicBezTo>
                  <a:pt x="1653706" y="931687"/>
                  <a:pt x="1662736" y="922670"/>
                  <a:pt x="1663866" y="911367"/>
                </a:cubicBezTo>
                <a:cubicBezTo>
                  <a:pt x="1665403" y="895993"/>
                  <a:pt x="1663911" y="879062"/>
                  <a:pt x="1656246" y="865647"/>
                </a:cubicBezTo>
                <a:cubicBezTo>
                  <a:pt x="1652261" y="858673"/>
                  <a:pt x="1641109" y="860234"/>
                  <a:pt x="1633386" y="858027"/>
                </a:cubicBezTo>
                <a:cubicBezTo>
                  <a:pt x="1623316" y="855150"/>
                  <a:pt x="1613066" y="852947"/>
                  <a:pt x="1602906" y="850407"/>
                </a:cubicBezTo>
                <a:cubicBezTo>
                  <a:pt x="1600366" y="840247"/>
                  <a:pt x="1597008" y="830257"/>
                  <a:pt x="1595286" y="819927"/>
                </a:cubicBezTo>
                <a:cubicBezTo>
                  <a:pt x="1591919" y="799727"/>
                  <a:pt x="1592633" y="778834"/>
                  <a:pt x="1587666" y="758967"/>
                </a:cubicBezTo>
                <a:cubicBezTo>
                  <a:pt x="1584911" y="747947"/>
                  <a:pt x="1576414" y="739123"/>
                  <a:pt x="1572426" y="728487"/>
                </a:cubicBezTo>
                <a:cubicBezTo>
                  <a:pt x="1568749" y="718681"/>
                  <a:pt x="1567346" y="708167"/>
                  <a:pt x="1564806" y="698007"/>
                </a:cubicBezTo>
                <a:cubicBezTo>
                  <a:pt x="1623744" y="658715"/>
                  <a:pt x="1695724" y="682237"/>
                  <a:pt x="1701966" y="675147"/>
                </a:cubicBezTo>
                <a:cubicBezTo>
                  <a:pt x="1708208" y="668057"/>
                  <a:pt x="1624413" y="668894"/>
                  <a:pt x="1602260" y="655469"/>
                </a:cubicBezTo>
                <a:cubicBezTo>
                  <a:pt x="1580107" y="642044"/>
                  <a:pt x="1538570" y="597136"/>
                  <a:pt x="1569050" y="594596"/>
                </a:cubicBezTo>
                <a:cubicBezTo>
                  <a:pt x="1553942" y="572894"/>
                  <a:pt x="1697084" y="560190"/>
                  <a:pt x="1657039" y="529695"/>
                </a:cubicBezTo>
                <a:cubicBezTo>
                  <a:pt x="1616995" y="499201"/>
                  <a:pt x="1676884" y="494301"/>
                  <a:pt x="1675035" y="469320"/>
                </a:cubicBezTo>
                <a:cubicBezTo>
                  <a:pt x="1673186" y="444339"/>
                  <a:pt x="1638561" y="405095"/>
                  <a:pt x="1645945" y="379807"/>
                </a:cubicBezTo>
                <a:cubicBezTo>
                  <a:pt x="1653329" y="354519"/>
                  <a:pt x="1697066" y="344023"/>
                  <a:pt x="1719339" y="317591"/>
                </a:cubicBezTo>
                <a:cubicBezTo>
                  <a:pt x="1741612" y="291159"/>
                  <a:pt x="1740892" y="249740"/>
                  <a:pt x="1779581" y="221216"/>
                </a:cubicBezTo>
                <a:cubicBezTo>
                  <a:pt x="1818271" y="192692"/>
                  <a:pt x="1748689" y="172444"/>
                  <a:pt x="1771425" y="133132"/>
                </a:cubicBezTo>
                <a:cubicBezTo>
                  <a:pt x="1794161" y="93820"/>
                  <a:pt x="1778650" y="63004"/>
                  <a:pt x="1729021" y="43034"/>
                </a:cubicBezTo>
                <a:cubicBezTo>
                  <a:pt x="1679392" y="23064"/>
                  <a:pt x="1539294" y="47110"/>
                  <a:pt x="1466723" y="39938"/>
                </a:cubicBezTo>
                <a:cubicBezTo>
                  <a:pt x="1394153" y="32766"/>
                  <a:pt x="1323606" y="2219"/>
                  <a:pt x="1293598" y="0"/>
                </a:cubicBezTo>
              </a:path>
            </a:pathLst>
          </a:cu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45" name="눈물 방울 1144">
            <a:extLst>
              <a:ext uri="{FF2B5EF4-FFF2-40B4-BE49-F238E27FC236}">
                <a16:creationId xmlns:a16="http://schemas.microsoft.com/office/drawing/2014/main" id="{F936108F-3485-95DE-9875-D25D070DB7D5}"/>
              </a:ext>
            </a:extLst>
          </p:cNvPr>
          <p:cNvSpPr/>
          <p:nvPr/>
        </p:nvSpPr>
        <p:spPr>
          <a:xfrm rot="8096280">
            <a:off x="3091669" y="3789630"/>
            <a:ext cx="153162" cy="153162"/>
          </a:xfrm>
          <a:prstGeom prst="teardrop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46" name="타원 1145">
            <a:extLst>
              <a:ext uri="{FF2B5EF4-FFF2-40B4-BE49-F238E27FC236}">
                <a16:creationId xmlns:a16="http://schemas.microsoft.com/office/drawing/2014/main" id="{FDF1011B-F994-0F2A-F372-535E3EF20343}"/>
              </a:ext>
            </a:extLst>
          </p:cNvPr>
          <p:cNvSpPr/>
          <p:nvPr/>
        </p:nvSpPr>
        <p:spPr>
          <a:xfrm>
            <a:off x="3130580" y="3849540"/>
            <a:ext cx="66843" cy="66843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54" name="직사각형 1153">
            <a:extLst>
              <a:ext uri="{FF2B5EF4-FFF2-40B4-BE49-F238E27FC236}">
                <a16:creationId xmlns:a16="http://schemas.microsoft.com/office/drawing/2014/main" id="{9AC970E3-51A0-A599-2B58-383481A7986A}"/>
              </a:ext>
            </a:extLst>
          </p:cNvPr>
          <p:cNvSpPr/>
          <p:nvPr/>
        </p:nvSpPr>
        <p:spPr>
          <a:xfrm>
            <a:off x="517720" y="934080"/>
            <a:ext cx="2859315" cy="6696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55" name="TextBox 1154">
            <a:extLst>
              <a:ext uri="{FF2B5EF4-FFF2-40B4-BE49-F238E27FC236}">
                <a16:creationId xmlns:a16="http://schemas.microsoft.com/office/drawing/2014/main" id="{5577167D-3CBB-5519-C66A-7D1D0CBCBC12}"/>
              </a:ext>
            </a:extLst>
          </p:cNvPr>
          <p:cNvSpPr txBox="1"/>
          <p:nvPr/>
        </p:nvSpPr>
        <p:spPr>
          <a:xfrm>
            <a:off x="517589" y="964697"/>
            <a:ext cx="15408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/>
              <a:t>주행거리</a:t>
            </a:r>
            <a:r>
              <a:rPr lang="en-US" altLang="ko-KR" b="1"/>
              <a:t>198km</a:t>
            </a:r>
            <a:endParaRPr lang="ko-KR" altLang="en-US" b="1"/>
          </a:p>
        </p:txBody>
      </p:sp>
      <p:sp>
        <p:nvSpPr>
          <p:cNvPr id="1156" name="TextBox 1155">
            <a:extLst>
              <a:ext uri="{FF2B5EF4-FFF2-40B4-BE49-F238E27FC236}">
                <a16:creationId xmlns:a16="http://schemas.microsoft.com/office/drawing/2014/main" id="{C5C48D57-2BA3-D62A-3ACA-79CF384CBFE9}"/>
              </a:ext>
            </a:extLst>
          </p:cNvPr>
          <p:cNvSpPr txBox="1"/>
          <p:nvPr/>
        </p:nvSpPr>
        <p:spPr>
          <a:xfrm>
            <a:off x="520938" y="1309013"/>
            <a:ext cx="13468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/>
              <a:t>주행시간 </a:t>
            </a:r>
            <a:r>
              <a:rPr lang="en-US" altLang="ko-KR" sz="1200"/>
              <a:t>5:30:27</a:t>
            </a:r>
            <a:endParaRPr lang="ko-KR" altLang="en-US" sz="1200"/>
          </a:p>
        </p:txBody>
      </p:sp>
      <p:sp>
        <p:nvSpPr>
          <p:cNvPr id="1157" name="TextBox 1156">
            <a:extLst>
              <a:ext uri="{FF2B5EF4-FFF2-40B4-BE49-F238E27FC236}">
                <a16:creationId xmlns:a16="http://schemas.microsoft.com/office/drawing/2014/main" id="{45E97E76-545C-0DAD-4492-5A3260739283}"/>
              </a:ext>
            </a:extLst>
          </p:cNvPr>
          <p:cNvSpPr txBox="1"/>
          <p:nvPr/>
        </p:nvSpPr>
        <p:spPr>
          <a:xfrm>
            <a:off x="1996061" y="1037399"/>
            <a:ext cx="13885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/>
              <a:t>평균속도 </a:t>
            </a:r>
            <a:r>
              <a:rPr lang="en-US" altLang="ko-KR" sz="1200"/>
              <a:t>32km/h</a:t>
            </a:r>
            <a:endParaRPr lang="ko-KR" altLang="en-US" sz="1200"/>
          </a:p>
        </p:txBody>
      </p:sp>
      <p:sp>
        <p:nvSpPr>
          <p:cNvPr id="1158" name="TextBox 1157">
            <a:extLst>
              <a:ext uri="{FF2B5EF4-FFF2-40B4-BE49-F238E27FC236}">
                <a16:creationId xmlns:a16="http://schemas.microsoft.com/office/drawing/2014/main" id="{8784B4D9-A4B3-60F5-78D1-6F45F3BC0C2D}"/>
              </a:ext>
            </a:extLst>
          </p:cNvPr>
          <p:cNvSpPr txBox="1"/>
          <p:nvPr/>
        </p:nvSpPr>
        <p:spPr>
          <a:xfrm>
            <a:off x="1985142" y="1301170"/>
            <a:ext cx="13885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/>
              <a:t>최고속도 </a:t>
            </a:r>
            <a:r>
              <a:rPr lang="en-US" altLang="ko-KR" sz="1200"/>
              <a:t>92km/h</a:t>
            </a:r>
            <a:endParaRPr lang="ko-KR" altLang="en-US" sz="1200"/>
          </a:p>
        </p:txBody>
      </p:sp>
      <p:sp>
        <p:nvSpPr>
          <p:cNvPr id="1159" name="TextBox 1158">
            <a:extLst>
              <a:ext uri="{FF2B5EF4-FFF2-40B4-BE49-F238E27FC236}">
                <a16:creationId xmlns:a16="http://schemas.microsoft.com/office/drawing/2014/main" id="{B7CD3957-0E83-99BF-DB1B-759E59CA80E5}"/>
              </a:ext>
            </a:extLst>
          </p:cNvPr>
          <p:cNvSpPr txBox="1"/>
          <p:nvPr/>
        </p:nvSpPr>
        <p:spPr>
          <a:xfrm>
            <a:off x="712065" y="5140470"/>
            <a:ext cx="5838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/>
              <a:t>07:42</a:t>
            </a:r>
            <a:endParaRPr lang="ko-KR" altLang="en-US" sz="1200" b="1"/>
          </a:p>
        </p:txBody>
      </p:sp>
      <p:sp>
        <p:nvSpPr>
          <p:cNvPr id="1160" name="TextBox 1159">
            <a:extLst>
              <a:ext uri="{FF2B5EF4-FFF2-40B4-BE49-F238E27FC236}">
                <a16:creationId xmlns:a16="http://schemas.microsoft.com/office/drawing/2014/main" id="{668F6E97-CF94-5222-76E0-814FB1608AF5}"/>
              </a:ext>
            </a:extLst>
          </p:cNvPr>
          <p:cNvSpPr txBox="1"/>
          <p:nvPr/>
        </p:nvSpPr>
        <p:spPr>
          <a:xfrm>
            <a:off x="2712083" y="3961432"/>
            <a:ext cx="5838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/>
              <a:t>10:57</a:t>
            </a:r>
            <a:endParaRPr lang="ko-KR" altLang="en-US" sz="1200" b="1"/>
          </a:p>
        </p:txBody>
      </p:sp>
      <p:sp>
        <p:nvSpPr>
          <p:cNvPr id="1161" name="TextBox 1160">
            <a:extLst>
              <a:ext uri="{FF2B5EF4-FFF2-40B4-BE49-F238E27FC236}">
                <a16:creationId xmlns:a16="http://schemas.microsoft.com/office/drawing/2014/main" id="{D871F2F6-4C56-5240-8217-674336A06053}"/>
              </a:ext>
            </a:extLst>
          </p:cNvPr>
          <p:cNvSpPr txBox="1"/>
          <p:nvPr/>
        </p:nvSpPr>
        <p:spPr>
          <a:xfrm>
            <a:off x="1792198" y="1631543"/>
            <a:ext cx="5838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/>
              <a:t>13:02</a:t>
            </a:r>
            <a:endParaRPr lang="ko-KR" altLang="en-US" sz="1200" b="1"/>
          </a:p>
        </p:txBody>
      </p:sp>
      <p:pic>
        <p:nvPicPr>
          <p:cNvPr id="1163" name="그림 1162">
            <a:extLst>
              <a:ext uri="{FF2B5EF4-FFF2-40B4-BE49-F238E27FC236}">
                <a16:creationId xmlns:a16="http://schemas.microsoft.com/office/drawing/2014/main" id="{F3700A15-53F2-D8BA-905A-505742D5E984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4"/>
              </a:ext>
            </a:extLst>
          </a:blip>
          <a:stretch>
            <a:fillRect/>
          </a:stretch>
        </p:blipFill>
        <p:spPr>
          <a:xfrm>
            <a:off x="2616231" y="595561"/>
            <a:ext cx="339404" cy="339404"/>
          </a:xfrm>
          <a:prstGeom prst="rect">
            <a:avLst/>
          </a:prstGeom>
        </p:spPr>
      </p:pic>
      <p:pic>
        <p:nvPicPr>
          <p:cNvPr id="1165" name="그림 1164">
            <a:extLst>
              <a:ext uri="{FF2B5EF4-FFF2-40B4-BE49-F238E27FC236}">
                <a16:creationId xmlns:a16="http://schemas.microsoft.com/office/drawing/2014/main" id="{6122A07C-5006-6D20-D60A-B40F0F870011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6"/>
              </a:ext>
            </a:extLst>
          </a:blip>
          <a:srcRect l="234" t="1009" r="80429" b="52000"/>
          <a:stretch>
            <a:fillRect/>
          </a:stretch>
        </p:blipFill>
        <p:spPr>
          <a:xfrm>
            <a:off x="2378983" y="650020"/>
            <a:ext cx="250292" cy="243610"/>
          </a:xfrm>
          <a:prstGeom prst="rect">
            <a:avLst/>
          </a:prstGeom>
        </p:spPr>
      </p:pic>
      <p:sp>
        <p:nvSpPr>
          <p:cNvPr id="1166" name="TextBox 1165">
            <a:extLst>
              <a:ext uri="{FF2B5EF4-FFF2-40B4-BE49-F238E27FC236}">
                <a16:creationId xmlns:a16="http://schemas.microsoft.com/office/drawing/2014/main" id="{DABC3698-A6C0-8DC7-6A13-1D630B9BC860}"/>
              </a:ext>
            </a:extLst>
          </p:cNvPr>
          <p:cNvSpPr txBox="1"/>
          <p:nvPr/>
        </p:nvSpPr>
        <p:spPr>
          <a:xfrm>
            <a:off x="2583655" y="4115860"/>
            <a:ext cx="7617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/>
              <a:t>112km</a:t>
            </a:r>
            <a:endParaRPr lang="ko-KR" altLang="en-US" sz="1400" b="1"/>
          </a:p>
        </p:txBody>
      </p:sp>
      <p:sp>
        <p:nvSpPr>
          <p:cNvPr id="1167" name="TextBox 1166">
            <a:extLst>
              <a:ext uri="{FF2B5EF4-FFF2-40B4-BE49-F238E27FC236}">
                <a16:creationId xmlns:a16="http://schemas.microsoft.com/office/drawing/2014/main" id="{DE0E2138-DB7E-047E-E41A-DCF1DCF08A3F}"/>
              </a:ext>
            </a:extLst>
          </p:cNvPr>
          <p:cNvSpPr txBox="1"/>
          <p:nvPr/>
        </p:nvSpPr>
        <p:spPr>
          <a:xfrm>
            <a:off x="1614265" y="1819015"/>
            <a:ext cx="7617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/>
              <a:t>198km</a:t>
            </a:r>
            <a:endParaRPr lang="ko-KR" altLang="en-US" sz="1400" b="1"/>
          </a:p>
        </p:txBody>
      </p:sp>
    </p:spTree>
    <p:extLst>
      <p:ext uri="{BB962C8B-B14F-4D97-AF65-F5344CB8AC3E}">
        <p14:creationId xmlns:p14="http://schemas.microsoft.com/office/powerpoint/2010/main" val="23574321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641656-5038-8D0B-1F61-EA8C0529A4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제목 1">
            <a:extLst>
              <a:ext uri="{FF2B5EF4-FFF2-40B4-BE49-F238E27FC236}">
                <a16:creationId xmlns:a16="http://schemas.microsoft.com/office/drawing/2014/main" id="{D384B63E-FD7A-A099-E5C6-3804C902731F}"/>
              </a:ext>
            </a:extLst>
          </p:cNvPr>
          <p:cNvSpPr txBox="1">
            <a:spLocks/>
          </p:cNvSpPr>
          <p:nvPr/>
        </p:nvSpPr>
        <p:spPr>
          <a:xfrm>
            <a:off x="3759198" y="365125"/>
            <a:ext cx="7594601" cy="7778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200"/>
              <a:t>설정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10834C1C-5FA1-684F-EEB3-871576D19DFC}"/>
              </a:ext>
            </a:extLst>
          </p:cNvPr>
          <p:cNvGrpSpPr/>
          <p:nvPr/>
        </p:nvGrpSpPr>
        <p:grpSpPr>
          <a:xfrm>
            <a:off x="162996" y="180862"/>
            <a:ext cx="3599543" cy="6496276"/>
            <a:chOff x="159656" y="180862"/>
            <a:chExt cx="3599543" cy="6496276"/>
          </a:xfrm>
        </p:grpSpPr>
        <p:pic>
          <p:nvPicPr>
            <p:cNvPr id="14" name="Picture 4" descr="삼성 갤럭시 A34(OMD-SM-A346N) | U+유모바일">
              <a:extLst>
                <a:ext uri="{FF2B5EF4-FFF2-40B4-BE49-F238E27FC236}">
                  <a16:creationId xmlns:a16="http://schemas.microsoft.com/office/drawing/2014/main" id="{C00CF6AE-927D-BF04-B28A-1D145822687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566" r="22025"/>
            <a:stretch>
              <a:fillRect/>
            </a:stretch>
          </p:blipFill>
          <p:spPr bwMode="auto">
            <a:xfrm>
              <a:off x="159656" y="180862"/>
              <a:ext cx="3599543" cy="649627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0435AFDB-364D-63D8-EFEB-C7469A5CE1C1}"/>
                </a:ext>
              </a:extLst>
            </p:cNvPr>
            <p:cNvSpPr/>
            <p:nvPr/>
          </p:nvSpPr>
          <p:spPr>
            <a:xfrm>
              <a:off x="508000" y="333829"/>
              <a:ext cx="2859315" cy="6168571"/>
            </a:xfrm>
            <a:prstGeom prst="roundRect">
              <a:avLst>
                <a:gd name="adj" fmla="val 10068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F00ED96-8B68-2B51-91A0-2B8A014FBB7B}"/>
              </a:ext>
            </a:extLst>
          </p:cNvPr>
          <p:cNvSpPr/>
          <p:nvPr/>
        </p:nvSpPr>
        <p:spPr>
          <a:xfrm>
            <a:off x="507999" y="6137275"/>
            <a:ext cx="2859315" cy="3556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ysClr val="windowText" lastClr="000000"/>
                </a:solidFill>
              </a:rPr>
              <a:t>Ads</a:t>
            </a:r>
            <a:endParaRPr lang="ko-KR" altLang="en-US">
              <a:solidFill>
                <a:sysClr val="windowText" lastClr="000000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3344398-281F-3110-A921-8A1B642C80D5}"/>
              </a:ext>
            </a:extLst>
          </p:cNvPr>
          <p:cNvSpPr txBox="1"/>
          <p:nvPr/>
        </p:nvSpPr>
        <p:spPr>
          <a:xfrm>
            <a:off x="1168799" y="1103275"/>
            <a:ext cx="22041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>
                <a:latin typeface="Noto Sans KR" panose="020B0200000000000000" pitchFamily="50" charset="-127"/>
                <a:ea typeface="Noto Sans KR" panose="020B0200000000000000" pitchFamily="50" charset="-127"/>
              </a:rPr>
              <a:t>로리마망샤아</a:t>
            </a:r>
          </a:p>
        </p:txBody>
      </p:sp>
      <p:sp>
        <p:nvSpPr>
          <p:cNvPr id="1025" name="TextBox 1024">
            <a:extLst>
              <a:ext uri="{FF2B5EF4-FFF2-40B4-BE49-F238E27FC236}">
                <a16:creationId xmlns:a16="http://schemas.microsoft.com/office/drawing/2014/main" id="{3B2FAEBF-9E7F-668E-1567-64206A2DCB71}"/>
              </a:ext>
            </a:extLst>
          </p:cNvPr>
          <p:cNvSpPr txBox="1"/>
          <p:nvPr/>
        </p:nvSpPr>
        <p:spPr>
          <a:xfrm>
            <a:off x="1189743" y="1498163"/>
            <a:ext cx="14991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latin typeface="Noto Sans KR" panose="020B0200000000000000" pitchFamily="50" charset="-127"/>
                <a:ea typeface="Noto Sans KR" panose="020B0200000000000000" pitchFamily="50" charset="-127"/>
              </a:rPr>
              <a:t>빨간색은 </a:t>
            </a:r>
            <a:r>
              <a:rPr lang="en-US" altLang="ko-KR" sz="1000"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r>
              <a:rPr lang="ko-KR" altLang="en-US" sz="1000">
                <a:latin typeface="Noto Sans KR" panose="020B0200000000000000" pitchFamily="50" charset="-127"/>
                <a:ea typeface="Noto Sans KR" panose="020B0200000000000000" pitchFamily="50" charset="-127"/>
              </a:rPr>
              <a:t>배 빠르다잇</a:t>
            </a:r>
            <a:r>
              <a:rPr lang="en-US" altLang="ko-KR" sz="1000">
                <a:latin typeface="Noto Sans KR" panose="020B0200000000000000" pitchFamily="50" charset="-127"/>
                <a:ea typeface="Noto Sans KR" panose="020B0200000000000000" pitchFamily="50" charset="-127"/>
              </a:rPr>
              <a:t>~!</a:t>
            </a:r>
            <a:endParaRPr lang="ko-KR" altLang="en-US" sz="10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60" name="타원 1059">
            <a:extLst>
              <a:ext uri="{FF2B5EF4-FFF2-40B4-BE49-F238E27FC236}">
                <a16:creationId xmlns:a16="http://schemas.microsoft.com/office/drawing/2014/main" id="{434A0F5F-79FC-3B17-9A0E-9C15C454B109}"/>
              </a:ext>
            </a:extLst>
          </p:cNvPr>
          <p:cNvSpPr/>
          <p:nvPr/>
        </p:nvSpPr>
        <p:spPr>
          <a:xfrm>
            <a:off x="571444" y="1049332"/>
            <a:ext cx="675815" cy="675815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63" name="그림 1062">
            <a:extLst>
              <a:ext uri="{FF2B5EF4-FFF2-40B4-BE49-F238E27FC236}">
                <a16:creationId xmlns:a16="http://schemas.microsoft.com/office/drawing/2014/main" id="{BE55CF2A-656E-8DB8-4109-FB83D6A0EA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b="8638"/>
          <a:stretch>
            <a:fillRect/>
          </a:stretch>
        </p:blipFill>
        <p:spPr>
          <a:xfrm>
            <a:off x="570980" y="1072942"/>
            <a:ext cx="670785" cy="612840"/>
          </a:xfrm>
          <a:prstGeom prst="rect">
            <a:avLst/>
          </a:prstGeom>
        </p:spPr>
      </p:pic>
      <p:pic>
        <p:nvPicPr>
          <p:cNvPr id="1065" name="그림 1064">
            <a:extLst>
              <a:ext uri="{FF2B5EF4-FFF2-40B4-BE49-F238E27FC236}">
                <a16:creationId xmlns:a16="http://schemas.microsoft.com/office/drawing/2014/main" id="{08D63F66-4C60-DE9B-5D98-AD0056A9973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3000234" y="1266513"/>
            <a:ext cx="126168" cy="126168"/>
          </a:xfrm>
          <a:prstGeom prst="rect">
            <a:avLst/>
          </a:prstGeom>
        </p:spPr>
      </p:pic>
      <p:pic>
        <p:nvPicPr>
          <p:cNvPr id="1066" name="그림 1065">
            <a:extLst>
              <a:ext uri="{FF2B5EF4-FFF2-40B4-BE49-F238E27FC236}">
                <a16:creationId xmlns:a16="http://schemas.microsoft.com/office/drawing/2014/main" id="{95072FC3-92EC-8C30-5F83-6CD34A80600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3000234" y="1564940"/>
            <a:ext cx="126168" cy="126168"/>
          </a:xfrm>
          <a:prstGeom prst="rect">
            <a:avLst/>
          </a:prstGeom>
        </p:spPr>
      </p:pic>
      <p:sp>
        <p:nvSpPr>
          <p:cNvPr id="1067" name="TextBox 1066">
            <a:extLst>
              <a:ext uri="{FF2B5EF4-FFF2-40B4-BE49-F238E27FC236}">
                <a16:creationId xmlns:a16="http://schemas.microsoft.com/office/drawing/2014/main" id="{CB4046EA-015F-552F-9C03-0B5AAC2F374E}"/>
              </a:ext>
            </a:extLst>
          </p:cNvPr>
          <p:cNvSpPr txBox="1"/>
          <p:nvPr/>
        </p:nvSpPr>
        <p:spPr>
          <a:xfrm>
            <a:off x="660280" y="2137847"/>
            <a:ext cx="2523448" cy="9387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>
                <a:latin typeface="Noto Sans KR" panose="020B0200000000000000" pitchFamily="50" charset="-127"/>
                <a:ea typeface="Noto Sans KR" panose="020B0200000000000000" pitchFamily="50" charset="-127"/>
              </a:rPr>
              <a:t>바이크 </a:t>
            </a:r>
            <a:r>
              <a:rPr lang="en-US" altLang="ko-KR" sz="1100">
                <a:latin typeface="Noto Sans KR" panose="020B0200000000000000" pitchFamily="50" charset="-127"/>
                <a:ea typeface="Noto Sans KR" panose="020B0200000000000000" pitchFamily="50" charset="-127"/>
              </a:rPr>
              <a:t>1 : Beverly350 Sports Touring</a:t>
            </a:r>
          </a:p>
          <a:p>
            <a:r>
              <a:rPr lang="en-US" altLang="ko-KR" sz="1100">
                <a:latin typeface="Noto Sans KR" panose="020B0200000000000000" pitchFamily="50" charset="-127"/>
                <a:ea typeface="Noto Sans KR" panose="020B0200000000000000" pitchFamily="50" charset="-127"/>
              </a:rPr>
              <a:t>    </a:t>
            </a:r>
            <a:r>
              <a:rPr lang="ko-KR" altLang="en-US" sz="1100">
                <a:latin typeface="Noto Sans KR" panose="020B0200000000000000" pitchFamily="50" charset="-127"/>
                <a:ea typeface="Noto Sans KR" panose="020B0200000000000000" pitchFamily="50" charset="-127"/>
              </a:rPr>
              <a:t>배기량 </a:t>
            </a:r>
            <a:r>
              <a:rPr lang="en-US" altLang="ko-KR" sz="1100">
                <a:latin typeface="Noto Sans KR" panose="020B0200000000000000" pitchFamily="50" charset="-127"/>
                <a:ea typeface="Noto Sans KR" panose="020B0200000000000000" pitchFamily="50" charset="-127"/>
              </a:rPr>
              <a:t>: 350cc</a:t>
            </a:r>
          </a:p>
          <a:p>
            <a:endParaRPr lang="en-US" altLang="ko-KR" sz="110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sz="1100">
                <a:latin typeface="Noto Sans KR" panose="020B0200000000000000" pitchFamily="50" charset="-127"/>
                <a:ea typeface="Noto Sans KR" panose="020B0200000000000000" pitchFamily="50" charset="-127"/>
              </a:rPr>
              <a:t>바이크 </a:t>
            </a:r>
            <a:r>
              <a:rPr lang="en-US" altLang="ko-KR" sz="1100">
                <a:latin typeface="Noto Sans KR" panose="020B0200000000000000" pitchFamily="50" charset="-127"/>
                <a:ea typeface="Noto Sans KR" panose="020B0200000000000000" pitchFamily="50" charset="-127"/>
              </a:rPr>
              <a:t>2 :</a:t>
            </a:r>
            <a:r>
              <a:rPr lang="ko-KR" altLang="en-US" sz="1100">
                <a:latin typeface="Noto Sans KR" panose="020B0200000000000000" pitchFamily="50" charset="-127"/>
                <a:ea typeface="Noto Sans KR" panose="020B0200000000000000" pitchFamily="50" charset="-127"/>
              </a:rPr>
              <a:t> 킴코 레이싱</a:t>
            </a:r>
            <a:r>
              <a:rPr lang="en-US" altLang="ko-KR" sz="1100">
                <a:latin typeface="Noto Sans KR" panose="020B0200000000000000" pitchFamily="50" charset="-127"/>
                <a:ea typeface="Noto Sans KR" panose="020B0200000000000000" pitchFamily="50" charset="-127"/>
              </a:rPr>
              <a:t>S150</a:t>
            </a:r>
          </a:p>
          <a:p>
            <a:r>
              <a:rPr lang="en-US" altLang="ko-KR" sz="1100">
                <a:latin typeface="Noto Sans KR" panose="020B0200000000000000" pitchFamily="50" charset="-127"/>
                <a:ea typeface="Noto Sans KR" panose="020B0200000000000000" pitchFamily="50" charset="-127"/>
              </a:rPr>
              <a:t>    </a:t>
            </a:r>
            <a:r>
              <a:rPr lang="ko-KR" altLang="en-US" sz="1100">
                <a:latin typeface="Noto Sans KR" panose="020B0200000000000000" pitchFamily="50" charset="-127"/>
                <a:ea typeface="Noto Sans KR" panose="020B0200000000000000" pitchFamily="50" charset="-127"/>
              </a:rPr>
              <a:t>배기량 </a:t>
            </a:r>
            <a:r>
              <a:rPr lang="en-US" altLang="ko-KR" sz="1100">
                <a:latin typeface="Noto Sans KR" panose="020B0200000000000000" pitchFamily="50" charset="-127"/>
                <a:ea typeface="Noto Sans KR" panose="020B0200000000000000" pitchFamily="50" charset="-127"/>
              </a:rPr>
              <a:t>: 150cc</a:t>
            </a:r>
            <a:endParaRPr lang="ko-KR" altLang="en-US" sz="11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068" name="그림 1067">
            <a:extLst>
              <a:ext uri="{FF2B5EF4-FFF2-40B4-BE49-F238E27FC236}">
                <a16:creationId xmlns:a16="http://schemas.microsoft.com/office/drawing/2014/main" id="{E4835302-C7FF-5A6E-D943-2124019525E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1066481" y="1572419"/>
            <a:ext cx="126168" cy="126168"/>
          </a:xfrm>
          <a:prstGeom prst="rect">
            <a:avLst/>
          </a:prstGeom>
        </p:spPr>
      </p:pic>
      <p:pic>
        <p:nvPicPr>
          <p:cNvPr id="1069" name="그림 1068">
            <a:extLst>
              <a:ext uri="{FF2B5EF4-FFF2-40B4-BE49-F238E27FC236}">
                <a16:creationId xmlns:a16="http://schemas.microsoft.com/office/drawing/2014/main" id="{A47C6F72-11C1-75B2-4D71-A3C810102F8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3057792" y="2397300"/>
            <a:ext cx="126168" cy="126168"/>
          </a:xfrm>
          <a:prstGeom prst="rect">
            <a:avLst/>
          </a:prstGeom>
        </p:spPr>
      </p:pic>
      <p:pic>
        <p:nvPicPr>
          <p:cNvPr id="1070" name="그림 1069">
            <a:extLst>
              <a:ext uri="{FF2B5EF4-FFF2-40B4-BE49-F238E27FC236}">
                <a16:creationId xmlns:a16="http://schemas.microsoft.com/office/drawing/2014/main" id="{4CBF5096-D9B7-33A9-67D0-A77FBF26A8E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3057792" y="2891452"/>
            <a:ext cx="126168" cy="126168"/>
          </a:xfrm>
          <a:prstGeom prst="rect">
            <a:avLst/>
          </a:prstGeom>
        </p:spPr>
      </p:pic>
      <p:grpSp>
        <p:nvGrpSpPr>
          <p:cNvPr id="1072" name="그룹 1071">
            <a:extLst>
              <a:ext uri="{FF2B5EF4-FFF2-40B4-BE49-F238E27FC236}">
                <a16:creationId xmlns:a16="http://schemas.microsoft.com/office/drawing/2014/main" id="{854BEF5A-4587-5A6B-953C-D0E2B54DEE69}"/>
              </a:ext>
            </a:extLst>
          </p:cNvPr>
          <p:cNvGrpSpPr/>
          <p:nvPr/>
        </p:nvGrpSpPr>
        <p:grpSpPr>
          <a:xfrm>
            <a:off x="1828397" y="3076742"/>
            <a:ext cx="187214" cy="187214"/>
            <a:chOff x="2777191" y="417001"/>
            <a:chExt cx="187214" cy="187214"/>
          </a:xfrm>
        </p:grpSpPr>
        <p:sp>
          <p:nvSpPr>
            <p:cNvPr id="1073" name="타원 1072">
              <a:extLst>
                <a:ext uri="{FF2B5EF4-FFF2-40B4-BE49-F238E27FC236}">
                  <a16:creationId xmlns:a16="http://schemas.microsoft.com/office/drawing/2014/main" id="{36AF7033-3337-93A7-9C55-24FD4CA9948B}"/>
                </a:ext>
              </a:extLst>
            </p:cNvPr>
            <p:cNvSpPr/>
            <p:nvPr/>
          </p:nvSpPr>
          <p:spPr>
            <a:xfrm>
              <a:off x="2777191" y="417001"/>
              <a:ext cx="187214" cy="1872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74" name="십자형 1073">
              <a:extLst>
                <a:ext uri="{FF2B5EF4-FFF2-40B4-BE49-F238E27FC236}">
                  <a16:creationId xmlns:a16="http://schemas.microsoft.com/office/drawing/2014/main" id="{6BE7B2F4-7E27-FB73-72A1-87EE53F19DAC}"/>
                </a:ext>
              </a:extLst>
            </p:cNvPr>
            <p:cNvSpPr/>
            <p:nvPr/>
          </p:nvSpPr>
          <p:spPr>
            <a:xfrm>
              <a:off x="2801058" y="439709"/>
              <a:ext cx="139480" cy="141799"/>
            </a:xfrm>
            <a:prstGeom prst="plus">
              <a:avLst>
                <a:gd name="adj" fmla="val 43965"/>
              </a:avLst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1084" name="직선 연결선 1083">
            <a:extLst>
              <a:ext uri="{FF2B5EF4-FFF2-40B4-BE49-F238E27FC236}">
                <a16:creationId xmlns:a16="http://schemas.microsoft.com/office/drawing/2014/main" id="{7341C449-4638-3180-5087-71632C8B66C7}"/>
              </a:ext>
            </a:extLst>
          </p:cNvPr>
          <p:cNvCxnSpPr/>
          <p:nvPr/>
        </p:nvCxnSpPr>
        <p:spPr>
          <a:xfrm>
            <a:off x="761455" y="3346568"/>
            <a:ext cx="231484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5" name="TextBox 1084">
            <a:extLst>
              <a:ext uri="{FF2B5EF4-FFF2-40B4-BE49-F238E27FC236}">
                <a16:creationId xmlns:a16="http://schemas.microsoft.com/office/drawing/2014/main" id="{2F2BD0FC-D623-C2F8-CC00-E9BAAC07B29E}"/>
              </a:ext>
            </a:extLst>
          </p:cNvPr>
          <p:cNvSpPr txBox="1"/>
          <p:nvPr/>
        </p:nvSpPr>
        <p:spPr>
          <a:xfrm>
            <a:off x="660280" y="4251532"/>
            <a:ext cx="99578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>
                <a:latin typeface="Noto Sans KR" panose="020B0200000000000000" pitchFamily="50" charset="-127"/>
                <a:ea typeface="Noto Sans KR" panose="020B0200000000000000" pitchFamily="50" charset="-127"/>
              </a:rPr>
              <a:t>내비게이션 뷰</a:t>
            </a:r>
          </a:p>
        </p:txBody>
      </p:sp>
      <p:sp>
        <p:nvSpPr>
          <p:cNvPr id="1087" name="TextBox 1086">
            <a:extLst>
              <a:ext uri="{FF2B5EF4-FFF2-40B4-BE49-F238E27FC236}">
                <a16:creationId xmlns:a16="http://schemas.microsoft.com/office/drawing/2014/main" id="{40FEEFB2-146A-004C-9360-3983AC729737}"/>
              </a:ext>
            </a:extLst>
          </p:cNvPr>
          <p:cNvSpPr txBox="1"/>
          <p:nvPr/>
        </p:nvSpPr>
        <p:spPr>
          <a:xfrm>
            <a:off x="660280" y="4539151"/>
            <a:ext cx="74411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>
                <a:latin typeface="Noto Sans KR" panose="020B0200000000000000" pitchFamily="50" charset="-127"/>
                <a:ea typeface="Noto Sans KR" panose="020B0200000000000000" pitchFamily="50" charset="-127"/>
              </a:rPr>
              <a:t>다크 모드</a:t>
            </a:r>
          </a:p>
        </p:txBody>
      </p:sp>
      <p:sp>
        <p:nvSpPr>
          <p:cNvPr id="1088" name="TextBox 1087">
            <a:extLst>
              <a:ext uri="{FF2B5EF4-FFF2-40B4-BE49-F238E27FC236}">
                <a16:creationId xmlns:a16="http://schemas.microsoft.com/office/drawing/2014/main" id="{D8A1FDC6-8A46-F096-FDB9-467E0FECCE81}"/>
              </a:ext>
            </a:extLst>
          </p:cNvPr>
          <p:cNvSpPr txBox="1"/>
          <p:nvPr/>
        </p:nvSpPr>
        <p:spPr>
          <a:xfrm>
            <a:off x="660280" y="4826770"/>
            <a:ext cx="70403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>
                <a:latin typeface="Noto Sans KR" panose="020B0200000000000000" pitchFamily="50" charset="-127"/>
                <a:ea typeface="Noto Sans KR" panose="020B0200000000000000" pitchFamily="50" charset="-127"/>
              </a:rPr>
              <a:t>안내음성</a:t>
            </a:r>
          </a:p>
        </p:txBody>
      </p:sp>
      <p:sp>
        <p:nvSpPr>
          <p:cNvPr id="1095" name="TextBox 1094">
            <a:extLst>
              <a:ext uri="{FF2B5EF4-FFF2-40B4-BE49-F238E27FC236}">
                <a16:creationId xmlns:a16="http://schemas.microsoft.com/office/drawing/2014/main" id="{97E768CA-931D-D333-E868-7AB3113AAD57}"/>
              </a:ext>
            </a:extLst>
          </p:cNvPr>
          <p:cNvSpPr txBox="1"/>
          <p:nvPr/>
        </p:nvSpPr>
        <p:spPr>
          <a:xfrm>
            <a:off x="660280" y="5916318"/>
            <a:ext cx="70403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>
                <a:latin typeface="Noto Sans KR" panose="020B0200000000000000" pitchFamily="50" charset="-127"/>
                <a:ea typeface="Noto Sans KR" panose="020B0200000000000000" pitchFamily="50" charset="-127"/>
              </a:rPr>
              <a:t>로그아웃</a:t>
            </a:r>
          </a:p>
        </p:txBody>
      </p:sp>
      <p:sp>
        <p:nvSpPr>
          <p:cNvPr id="1096" name="TextBox 1095">
            <a:extLst>
              <a:ext uri="{FF2B5EF4-FFF2-40B4-BE49-F238E27FC236}">
                <a16:creationId xmlns:a16="http://schemas.microsoft.com/office/drawing/2014/main" id="{4D268941-3A73-210D-2064-0C87AC04978A}"/>
              </a:ext>
            </a:extLst>
          </p:cNvPr>
          <p:cNvSpPr txBox="1"/>
          <p:nvPr/>
        </p:nvSpPr>
        <p:spPr>
          <a:xfrm>
            <a:off x="2528261" y="5910792"/>
            <a:ext cx="70403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>
                <a:latin typeface="Noto Sans KR" panose="020B0200000000000000" pitchFamily="50" charset="-127"/>
                <a:ea typeface="Noto Sans KR" panose="020B0200000000000000" pitchFamily="50" charset="-127"/>
              </a:rPr>
              <a:t>회원탈퇴</a:t>
            </a:r>
          </a:p>
        </p:txBody>
      </p:sp>
      <p:sp>
        <p:nvSpPr>
          <p:cNvPr id="1097" name="TextBox 1096">
            <a:extLst>
              <a:ext uri="{FF2B5EF4-FFF2-40B4-BE49-F238E27FC236}">
                <a16:creationId xmlns:a16="http://schemas.microsoft.com/office/drawing/2014/main" id="{5DA01CD9-B489-D1E4-C09E-698EE6AFDE07}"/>
              </a:ext>
            </a:extLst>
          </p:cNvPr>
          <p:cNvSpPr txBox="1"/>
          <p:nvPr/>
        </p:nvSpPr>
        <p:spPr>
          <a:xfrm>
            <a:off x="660280" y="5114388"/>
            <a:ext cx="70403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>
                <a:latin typeface="Noto Sans KR" panose="020B0200000000000000" pitchFamily="50" charset="-127"/>
                <a:ea typeface="Noto Sans KR" panose="020B0200000000000000" pitchFamily="50" charset="-127"/>
              </a:rPr>
              <a:t>안내언어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46254B-783A-3AC3-396C-C23EB4250B8B}"/>
              </a:ext>
            </a:extLst>
          </p:cNvPr>
          <p:cNvSpPr txBox="1"/>
          <p:nvPr/>
        </p:nvSpPr>
        <p:spPr>
          <a:xfrm>
            <a:off x="3804653" y="1082493"/>
            <a:ext cx="8358771" cy="4609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/>
              <a:t>내 정보 </a:t>
            </a:r>
            <a:r>
              <a:rPr lang="en-US" altLang="ko-KR"/>
              <a:t>: </a:t>
            </a:r>
            <a:r>
              <a:rPr lang="ko-KR" altLang="en-US"/>
              <a:t>프로필사진</a:t>
            </a:r>
            <a:r>
              <a:rPr lang="en-US" altLang="ko-KR"/>
              <a:t>, </a:t>
            </a:r>
            <a:r>
              <a:rPr lang="ko-KR" altLang="en-US"/>
              <a:t>닉네임</a:t>
            </a:r>
            <a:r>
              <a:rPr lang="en-US" altLang="ko-KR"/>
              <a:t>, </a:t>
            </a:r>
            <a:r>
              <a:rPr lang="ko-KR" altLang="en-US"/>
              <a:t>한줄 소개 메시지</a:t>
            </a:r>
            <a:endParaRPr lang="en-US" altLang="ko-KR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/>
              <a:t>소셜미디어</a:t>
            </a:r>
            <a:r>
              <a:rPr lang="en-US" altLang="ko-KR"/>
              <a:t>: </a:t>
            </a:r>
            <a:r>
              <a:rPr lang="ko-KR" altLang="en-US"/>
              <a:t>인스타</a:t>
            </a:r>
            <a:r>
              <a:rPr lang="en-US" altLang="ko-KR"/>
              <a:t>, </a:t>
            </a:r>
            <a:r>
              <a:rPr lang="ko-KR" altLang="en-US"/>
              <a:t>페이스북</a:t>
            </a:r>
            <a:r>
              <a:rPr lang="en-US" altLang="ko-KR"/>
              <a:t>, X ,</a:t>
            </a:r>
            <a:r>
              <a:rPr lang="ko-KR" altLang="en-US"/>
              <a:t>유튜브</a:t>
            </a:r>
            <a:r>
              <a:rPr lang="en-US" altLang="ko-KR"/>
              <a:t>. </a:t>
            </a:r>
            <a:r>
              <a:rPr lang="ko-KR" altLang="en-US"/>
              <a:t>등록한 것만 활성화</a:t>
            </a:r>
            <a:r>
              <a:rPr lang="en-US" altLang="ko-KR"/>
              <a:t> (</a:t>
            </a:r>
            <a:r>
              <a:rPr lang="ko-KR" altLang="en-US"/>
              <a:t>비활성화된 건 미표시</a:t>
            </a:r>
            <a:r>
              <a:rPr lang="en-US" altLang="ko-KR"/>
              <a:t>), </a:t>
            </a:r>
            <a:r>
              <a:rPr lang="ko-KR" altLang="en-US"/>
              <a:t>유튜브 채널 등을 </a:t>
            </a:r>
            <a:r>
              <a:rPr lang="en-US" altLang="ko-KR"/>
              <a:t>2</a:t>
            </a:r>
            <a:r>
              <a:rPr lang="ko-KR" altLang="en-US"/>
              <a:t>개 이상 등록할 경우 아이콘 추가됨</a:t>
            </a:r>
            <a:r>
              <a:rPr lang="en-US" altLang="ko-KR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/>
              <a:t>바이크 기종</a:t>
            </a:r>
            <a:r>
              <a:rPr lang="en-US" altLang="ko-KR"/>
              <a:t>, </a:t>
            </a:r>
            <a:r>
              <a:rPr lang="ko-KR" altLang="en-US"/>
              <a:t>배기량 </a:t>
            </a:r>
            <a:r>
              <a:rPr lang="en-US" altLang="ko-KR"/>
              <a:t>(</a:t>
            </a:r>
            <a:r>
              <a:rPr lang="ko-KR" altLang="en-US"/>
              <a:t>바이크 기종은 하단 </a:t>
            </a:r>
            <a:r>
              <a:rPr lang="en-US" altLang="ko-KR"/>
              <a:t>+ </a:t>
            </a:r>
            <a:r>
              <a:rPr lang="ko-KR" altLang="en-US"/>
              <a:t>로 여러대 등록 지원</a:t>
            </a:r>
            <a:r>
              <a:rPr lang="en-US" altLang="ko-KR"/>
              <a:t>)</a:t>
            </a:r>
            <a:br>
              <a:rPr lang="en-US" altLang="ko-KR"/>
            </a:br>
            <a:r>
              <a:rPr lang="en-US" altLang="ko-KR"/>
              <a:t> - </a:t>
            </a:r>
            <a:r>
              <a:rPr lang="ko-KR" altLang="en-US"/>
              <a:t>입력 화면은 우선 직접 작성하도록</a:t>
            </a:r>
            <a:r>
              <a:rPr lang="en-US" altLang="ko-KR"/>
              <a:t>. </a:t>
            </a:r>
            <a:r>
              <a:rPr lang="ko-KR" altLang="en-US"/>
              <a:t>배기량도 직접 입력하도록</a:t>
            </a:r>
            <a:r>
              <a:rPr lang="en-US" altLang="ko-KR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/>
              <a:t>도로 선호도 조절 바 </a:t>
            </a:r>
            <a:r>
              <a:rPr lang="en-US" altLang="ko-KR"/>
              <a:t>(</a:t>
            </a:r>
            <a:r>
              <a:rPr lang="ko-KR" altLang="en-US"/>
              <a:t>시골길</a:t>
            </a:r>
            <a:r>
              <a:rPr lang="en-US" altLang="ko-KR"/>
              <a:t>-</a:t>
            </a:r>
            <a:r>
              <a:rPr lang="ko-KR" altLang="en-US"/>
              <a:t>지방도</a:t>
            </a:r>
            <a:r>
              <a:rPr lang="en-US" altLang="ko-KR"/>
              <a:t>-</a:t>
            </a:r>
            <a:r>
              <a:rPr lang="ko-KR" altLang="en-US"/>
              <a:t>국도</a:t>
            </a:r>
            <a:r>
              <a:rPr lang="en-US" altLang="ko-KR"/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/>
              <a:t>다크 모드 </a:t>
            </a:r>
            <a:r>
              <a:rPr lang="en-US" altLang="ko-KR"/>
              <a:t>(</a:t>
            </a:r>
            <a:r>
              <a:rPr lang="ko-KR" altLang="en-US"/>
              <a:t>시스템</a:t>
            </a:r>
            <a:r>
              <a:rPr lang="en-US" altLang="ko-KR"/>
              <a:t>/</a:t>
            </a:r>
            <a:r>
              <a:rPr lang="ko-KR" altLang="en-US"/>
              <a:t>화이트</a:t>
            </a:r>
            <a:r>
              <a:rPr lang="en-US" altLang="ko-KR"/>
              <a:t>/</a:t>
            </a:r>
            <a:r>
              <a:rPr lang="ko-KR" altLang="en-US"/>
              <a:t>다크</a:t>
            </a:r>
            <a:r>
              <a:rPr lang="en-US" altLang="ko-KR"/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/>
              <a:t>내비게이션 뷰 </a:t>
            </a:r>
            <a:r>
              <a:rPr lang="en-US" altLang="ko-KR"/>
              <a:t>(</a:t>
            </a:r>
            <a:r>
              <a:rPr lang="ko-KR" altLang="en-US"/>
              <a:t>진행방향 </a:t>
            </a:r>
            <a:r>
              <a:rPr lang="en-US" altLang="ko-KR"/>
              <a:t>/ </a:t>
            </a:r>
            <a:r>
              <a:rPr lang="ko-KR" altLang="en-US"/>
              <a:t>정북고정</a:t>
            </a:r>
            <a:r>
              <a:rPr lang="en-US" altLang="ko-KR"/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/>
              <a:t>안내음성 선택 </a:t>
            </a:r>
            <a:r>
              <a:rPr lang="en-US" altLang="ko-KR"/>
              <a:t>(</a:t>
            </a:r>
            <a:r>
              <a:rPr lang="ko-KR" altLang="en-US"/>
              <a:t>여성</a:t>
            </a:r>
            <a:r>
              <a:rPr lang="en-US" altLang="ko-KR"/>
              <a:t>/</a:t>
            </a:r>
            <a:r>
              <a:rPr lang="ko-KR" altLang="en-US"/>
              <a:t>남성 등</a:t>
            </a:r>
            <a:r>
              <a:rPr lang="en-US" altLang="ko-KR"/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/>
              <a:t>안내언어 선택 </a:t>
            </a:r>
            <a:r>
              <a:rPr lang="en-US" altLang="ko-KR"/>
              <a:t>(</a:t>
            </a:r>
            <a:r>
              <a:rPr lang="ko-KR" altLang="en-US"/>
              <a:t>시스템 </a:t>
            </a:r>
            <a:r>
              <a:rPr lang="en-US" altLang="ko-KR"/>
              <a:t>/ </a:t>
            </a:r>
            <a:r>
              <a:rPr lang="ko-KR" altLang="en-US"/>
              <a:t>국가</a:t>
            </a:r>
            <a:r>
              <a:rPr lang="en-US" altLang="ko-KR"/>
              <a:t>~~~)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/>
              <a:t>지도 다운로드</a:t>
            </a:r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93060AB9-B4CC-7F89-A390-E0694C1477AD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2928593" y="627464"/>
            <a:ext cx="283875" cy="283875"/>
          </a:xfrm>
          <a:prstGeom prst="rect">
            <a:avLst/>
          </a:prstGeom>
        </p:spPr>
      </p:pic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7D302B8F-6808-A385-0920-2AE444CC2778}"/>
              </a:ext>
            </a:extLst>
          </p:cNvPr>
          <p:cNvSpPr/>
          <p:nvPr/>
        </p:nvSpPr>
        <p:spPr>
          <a:xfrm>
            <a:off x="580394" y="627464"/>
            <a:ext cx="885825" cy="277931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로고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A3E804A-2D9C-4F48-86F7-0D6320B52E61}"/>
              </a:ext>
            </a:extLst>
          </p:cNvPr>
          <p:cNvSpPr txBox="1"/>
          <p:nvPr/>
        </p:nvSpPr>
        <p:spPr>
          <a:xfrm>
            <a:off x="614280" y="330886"/>
            <a:ext cx="49564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/>
              <a:t>07:00</a:t>
            </a:r>
            <a:endParaRPr lang="ko-KR" altLang="en-US" sz="1000"/>
          </a:p>
        </p:txBody>
      </p:sp>
      <p:pic>
        <p:nvPicPr>
          <p:cNvPr id="1024" name="그래픽 1023" descr="Wi Fi">
            <a:extLst>
              <a:ext uri="{FF2B5EF4-FFF2-40B4-BE49-F238E27FC236}">
                <a16:creationId xmlns:a16="http://schemas.microsoft.com/office/drawing/2014/main" id="{51756FD3-9D41-6F2B-7591-3BDFF6EEEBD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267670" y="355600"/>
            <a:ext cx="205670" cy="205670"/>
          </a:xfrm>
          <a:prstGeom prst="rect">
            <a:avLst/>
          </a:prstGeom>
        </p:spPr>
      </p:pic>
      <p:pic>
        <p:nvPicPr>
          <p:cNvPr id="1026" name="그래픽 1025" descr="신호">
            <a:extLst>
              <a:ext uri="{FF2B5EF4-FFF2-40B4-BE49-F238E27FC236}">
                <a16:creationId xmlns:a16="http://schemas.microsoft.com/office/drawing/2014/main" id="{C5BE7FBB-62DB-8A44-297A-589442CCBD7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691368" y="367232"/>
            <a:ext cx="173527" cy="173527"/>
          </a:xfrm>
          <a:prstGeom prst="rect">
            <a:avLst/>
          </a:prstGeom>
        </p:spPr>
      </p:pic>
      <p:sp>
        <p:nvSpPr>
          <p:cNvPr id="1027" name="사각형: 둥근 모서리 1026">
            <a:extLst>
              <a:ext uri="{FF2B5EF4-FFF2-40B4-BE49-F238E27FC236}">
                <a16:creationId xmlns:a16="http://schemas.microsoft.com/office/drawing/2014/main" id="{BC67BA13-8787-45C9-680E-8087F0409912}"/>
              </a:ext>
            </a:extLst>
          </p:cNvPr>
          <p:cNvSpPr/>
          <p:nvPr/>
        </p:nvSpPr>
        <p:spPr>
          <a:xfrm>
            <a:off x="2875909" y="393331"/>
            <a:ext cx="326213" cy="121330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95</a:t>
            </a:r>
            <a:endParaRPr lang="ko-KR" altLang="en-US" sz="800"/>
          </a:p>
        </p:txBody>
      </p:sp>
      <p:sp>
        <p:nvSpPr>
          <p:cNvPr id="1029" name="TextBox 1028">
            <a:extLst>
              <a:ext uri="{FF2B5EF4-FFF2-40B4-BE49-F238E27FC236}">
                <a16:creationId xmlns:a16="http://schemas.microsoft.com/office/drawing/2014/main" id="{CCB999D1-AD39-A9E6-CF8B-DDE7E5585159}"/>
              </a:ext>
            </a:extLst>
          </p:cNvPr>
          <p:cNvSpPr txBox="1"/>
          <p:nvPr/>
        </p:nvSpPr>
        <p:spPr>
          <a:xfrm>
            <a:off x="2376012" y="338526"/>
            <a:ext cx="40267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/>
              <a:t>υlte</a:t>
            </a:r>
            <a:endParaRPr lang="ko-KR" altLang="en-US" sz="1000"/>
          </a:p>
        </p:txBody>
      </p:sp>
      <p:pic>
        <p:nvPicPr>
          <p:cNvPr id="1030" name="그래픽 1029" descr="표식">
            <a:extLst>
              <a:ext uri="{FF2B5EF4-FFF2-40B4-BE49-F238E27FC236}">
                <a16:creationId xmlns:a16="http://schemas.microsoft.com/office/drawing/2014/main" id="{5E48445E-EB32-9FFD-2404-8F0F67C1C68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157984" y="393331"/>
            <a:ext cx="146467" cy="146467"/>
          </a:xfrm>
          <a:prstGeom prst="rect">
            <a:avLst/>
          </a:prstGeom>
        </p:spPr>
      </p:pic>
      <p:pic>
        <p:nvPicPr>
          <p:cNvPr id="1031" name="그래픽 1030" descr="벨소리 음소거">
            <a:extLst>
              <a:ext uri="{FF2B5EF4-FFF2-40B4-BE49-F238E27FC236}">
                <a16:creationId xmlns:a16="http://schemas.microsoft.com/office/drawing/2014/main" id="{05F649F8-F5F5-F041-6D67-ADF962FBDBC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030579" y="388402"/>
            <a:ext cx="146468" cy="146468"/>
          </a:xfrm>
          <a:prstGeom prst="rect">
            <a:avLst/>
          </a:prstGeom>
        </p:spPr>
      </p:pic>
      <p:pic>
        <p:nvPicPr>
          <p:cNvPr id="1032" name="그래픽 1031" descr="키">
            <a:extLst>
              <a:ext uri="{FF2B5EF4-FFF2-40B4-BE49-F238E27FC236}">
                <a16:creationId xmlns:a16="http://schemas.microsoft.com/office/drawing/2014/main" id="{79B3DF16-4B1B-68A6-8E0E-030F090AA73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883441" y="396339"/>
            <a:ext cx="146467" cy="146467"/>
          </a:xfrm>
          <a:prstGeom prst="rect">
            <a:avLst/>
          </a:prstGeom>
        </p:spPr>
      </p:pic>
      <p:pic>
        <p:nvPicPr>
          <p:cNvPr id="1038" name="그림 1037">
            <a:extLst>
              <a:ext uri="{FF2B5EF4-FFF2-40B4-BE49-F238E27FC236}">
                <a16:creationId xmlns:a16="http://schemas.microsoft.com/office/drawing/2014/main" id="{54821F7E-B99D-D979-DF5E-9AC7E8DF0A5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5"/>
              </a:ext>
            </a:extLst>
          </a:blip>
          <a:srcRect l="13196" t="40191" r="27547" b="40799"/>
          <a:stretch>
            <a:fillRect/>
          </a:stretch>
        </p:blipFill>
        <p:spPr>
          <a:xfrm>
            <a:off x="1210094" y="1778859"/>
            <a:ext cx="1118770" cy="269402"/>
          </a:xfrm>
          <a:prstGeom prst="rect">
            <a:avLst/>
          </a:prstGeom>
        </p:spPr>
      </p:pic>
      <p:pic>
        <p:nvPicPr>
          <p:cNvPr id="1039" name="그림 1038">
            <a:extLst>
              <a:ext uri="{FF2B5EF4-FFF2-40B4-BE49-F238E27FC236}">
                <a16:creationId xmlns:a16="http://schemas.microsoft.com/office/drawing/2014/main" id="{76CF51A1-6128-9405-30C1-1A312F18127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2666955" y="1920346"/>
            <a:ext cx="126168" cy="126168"/>
          </a:xfrm>
          <a:prstGeom prst="rect">
            <a:avLst/>
          </a:prstGeom>
        </p:spPr>
      </p:pic>
      <p:pic>
        <p:nvPicPr>
          <p:cNvPr id="1040" name="그림 1039">
            <a:extLst>
              <a:ext uri="{FF2B5EF4-FFF2-40B4-BE49-F238E27FC236}">
                <a16:creationId xmlns:a16="http://schemas.microsoft.com/office/drawing/2014/main" id="{681D785E-A7AA-6799-F1CC-AAD09C6750AF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5"/>
              </a:ext>
            </a:extLst>
          </a:blip>
          <a:srcRect l="57830" t="40191" r="27547" b="40799"/>
          <a:stretch>
            <a:fillRect/>
          </a:stretch>
        </p:blipFill>
        <p:spPr>
          <a:xfrm>
            <a:off x="2348403" y="1778859"/>
            <a:ext cx="276074" cy="269402"/>
          </a:xfrm>
          <a:prstGeom prst="rect">
            <a:avLst/>
          </a:prstGeom>
        </p:spPr>
      </p:pic>
      <p:sp>
        <p:nvSpPr>
          <p:cNvPr id="1041" name="TextBox 1040">
            <a:extLst>
              <a:ext uri="{FF2B5EF4-FFF2-40B4-BE49-F238E27FC236}">
                <a16:creationId xmlns:a16="http://schemas.microsoft.com/office/drawing/2014/main" id="{0516D247-B94E-ABEB-29DF-13FD9D45B80A}"/>
              </a:ext>
            </a:extLst>
          </p:cNvPr>
          <p:cNvSpPr txBox="1"/>
          <p:nvPr/>
        </p:nvSpPr>
        <p:spPr>
          <a:xfrm>
            <a:off x="660280" y="3447008"/>
            <a:ext cx="87395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>
                <a:latin typeface="Noto Sans KR" panose="020B0200000000000000" pitchFamily="50" charset="-127"/>
                <a:ea typeface="Noto Sans KR" panose="020B0200000000000000" pitchFamily="50" charset="-127"/>
              </a:rPr>
              <a:t>도로 선호도</a:t>
            </a:r>
          </a:p>
        </p:txBody>
      </p:sp>
      <p:sp>
        <p:nvSpPr>
          <p:cNvPr id="1042" name="사각형: 둥근 모서리 1041">
            <a:extLst>
              <a:ext uri="{FF2B5EF4-FFF2-40B4-BE49-F238E27FC236}">
                <a16:creationId xmlns:a16="http://schemas.microsoft.com/office/drawing/2014/main" id="{E1EF196C-413B-0DD9-86A5-0A1DE67DEDC2}"/>
              </a:ext>
            </a:extLst>
          </p:cNvPr>
          <p:cNvSpPr/>
          <p:nvPr/>
        </p:nvSpPr>
        <p:spPr>
          <a:xfrm>
            <a:off x="806450" y="3742827"/>
            <a:ext cx="2377278" cy="61742"/>
          </a:xfrm>
          <a:prstGeom prst="round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43" name="사각형: 둥근 모서리 1042">
            <a:extLst>
              <a:ext uri="{FF2B5EF4-FFF2-40B4-BE49-F238E27FC236}">
                <a16:creationId xmlns:a16="http://schemas.microsoft.com/office/drawing/2014/main" id="{C12A58B4-8450-5937-3C90-32271776E1C6}"/>
              </a:ext>
            </a:extLst>
          </p:cNvPr>
          <p:cNvSpPr/>
          <p:nvPr/>
        </p:nvSpPr>
        <p:spPr>
          <a:xfrm>
            <a:off x="839244" y="3697956"/>
            <a:ext cx="45719" cy="139778"/>
          </a:xfrm>
          <a:prstGeom prst="roundRect">
            <a:avLst/>
          </a:prstGeom>
          <a:solidFill>
            <a:srgbClr val="FFC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44" name="TextBox 1043">
            <a:extLst>
              <a:ext uri="{FF2B5EF4-FFF2-40B4-BE49-F238E27FC236}">
                <a16:creationId xmlns:a16="http://schemas.microsoft.com/office/drawing/2014/main" id="{197BB8F5-709A-D66A-1EE3-EE8E422E3C5E}"/>
              </a:ext>
            </a:extLst>
          </p:cNvPr>
          <p:cNvSpPr txBox="1"/>
          <p:nvPr/>
        </p:nvSpPr>
        <p:spPr>
          <a:xfrm>
            <a:off x="614280" y="3811417"/>
            <a:ext cx="57419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>
                <a:latin typeface="Noto Sans KR" panose="020B0200000000000000" pitchFamily="50" charset="-127"/>
                <a:ea typeface="Noto Sans KR" panose="020B0200000000000000" pitchFamily="50" charset="-127"/>
              </a:rPr>
              <a:t>시골길</a:t>
            </a:r>
          </a:p>
        </p:txBody>
      </p:sp>
      <p:sp>
        <p:nvSpPr>
          <p:cNvPr id="1045" name="TextBox 1044">
            <a:extLst>
              <a:ext uri="{FF2B5EF4-FFF2-40B4-BE49-F238E27FC236}">
                <a16:creationId xmlns:a16="http://schemas.microsoft.com/office/drawing/2014/main" id="{AC5896D6-5CF1-0F93-4C40-5D7C91F57877}"/>
              </a:ext>
            </a:extLst>
          </p:cNvPr>
          <p:cNvSpPr txBox="1"/>
          <p:nvPr/>
        </p:nvSpPr>
        <p:spPr>
          <a:xfrm>
            <a:off x="2835616" y="3811417"/>
            <a:ext cx="44435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>
                <a:latin typeface="Noto Sans KR" panose="020B0200000000000000" pitchFamily="50" charset="-127"/>
                <a:ea typeface="Noto Sans KR" panose="020B0200000000000000" pitchFamily="50" charset="-127"/>
              </a:rPr>
              <a:t>국도</a:t>
            </a:r>
          </a:p>
        </p:txBody>
      </p:sp>
      <p:sp>
        <p:nvSpPr>
          <p:cNvPr id="1046" name="TextBox 1045">
            <a:extLst>
              <a:ext uri="{FF2B5EF4-FFF2-40B4-BE49-F238E27FC236}">
                <a16:creationId xmlns:a16="http://schemas.microsoft.com/office/drawing/2014/main" id="{5D3635D7-30C9-2B73-B70F-14E498240651}"/>
              </a:ext>
            </a:extLst>
          </p:cNvPr>
          <p:cNvSpPr txBox="1"/>
          <p:nvPr/>
        </p:nvSpPr>
        <p:spPr>
          <a:xfrm>
            <a:off x="1724948" y="3811417"/>
            <a:ext cx="57419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>
                <a:latin typeface="Noto Sans KR" panose="020B0200000000000000" pitchFamily="50" charset="-127"/>
                <a:ea typeface="Noto Sans KR" panose="020B0200000000000000" pitchFamily="50" charset="-127"/>
              </a:rPr>
              <a:t>지방도</a:t>
            </a:r>
          </a:p>
        </p:txBody>
      </p:sp>
      <p:sp>
        <p:nvSpPr>
          <p:cNvPr id="1047" name="TextBox 1046">
            <a:extLst>
              <a:ext uri="{FF2B5EF4-FFF2-40B4-BE49-F238E27FC236}">
                <a16:creationId xmlns:a16="http://schemas.microsoft.com/office/drawing/2014/main" id="{59CA2264-C61D-5FBF-0460-B34D38712A1D}"/>
              </a:ext>
            </a:extLst>
          </p:cNvPr>
          <p:cNvSpPr txBox="1"/>
          <p:nvPr/>
        </p:nvSpPr>
        <p:spPr>
          <a:xfrm>
            <a:off x="2341984" y="4247222"/>
            <a:ext cx="70403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>
                <a:latin typeface="Noto Sans KR" panose="020B0200000000000000" pitchFamily="50" charset="-127"/>
                <a:ea typeface="Noto Sans KR" panose="020B0200000000000000" pitchFamily="50" charset="-127"/>
              </a:rPr>
              <a:t>진행방향</a:t>
            </a:r>
          </a:p>
        </p:txBody>
      </p:sp>
      <p:sp>
        <p:nvSpPr>
          <p:cNvPr id="1048" name="이등변 삼각형 1047">
            <a:extLst>
              <a:ext uri="{FF2B5EF4-FFF2-40B4-BE49-F238E27FC236}">
                <a16:creationId xmlns:a16="http://schemas.microsoft.com/office/drawing/2014/main" id="{753A5F72-C8B5-FAE3-DD50-7D29DA6FE65C}"/>
              </a:ext>
            </a:extLst>
          </p:cNvPr>
          <p:cNvSpPr/>
          <p:nvPr/>
        </p:nvSpPr>
        <p:spPr>
          <a:xfrm flipV="1">
            <a:off x="3020436" y="4327243"/>
            <a:ext cx="111721" cy="95763"/>
          </a:xfrm>
          <a:prstGeom prst="triangle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49" name="사각형: 둥근 모서리 1048">
            <a:extLst>
              <a:ext uri="{FF2B5EF4-FFF2-40B4-BE49-F238E27FC236}">
                <a16:creationId xmlns:a16="http://schemas.microsoft.com/office/drawing/2014/main" id="{CC388715-4D08-6248-DABE-0293658C1C45}"/>
              </a:ext>
            </a:extLst>
          </p:cNvPr>
          <p:cNvSpPr/>
          <p:nvPr/>
        </p:nvSpPr>
        <p:spPr>
          <a:xfrm>
            <a:off x="2385157" y="4267934"/>
            <a:ext cx="798571" cy="198701"/>
          </a:xfrm>
          <a:prstGeom prst="round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56" name="이등변 삼각형 1055">
            <a:extLst>
              <a:ext uri="{FF2B5EF4-FFF2-40B4-BE49-F238E27FC236}">
                <a16:creationId xmlns:a16="http://schemas.microsoft.com/office/drawing/2014/main" id="{361DF7B3-FA7A-B2BE-1852-97E0382D83F1}"/>
              </a:ext>
            </a:extLst>
          </p:cNvPr>
          <p:cNvSpPr/>
          <p:nvPr/>
        </p:nvSpPr>
        <p:spPr>
          <a:xfrm flipV="1">
            <a:off x="3020436" y="4604401"/>
            <a:ext cx="111721" cy="95763"/>
          </a:xfrm>
          <a:prstGeom prst="triangle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57" name="사각형: 둥근 모서리 1056">
            <a:extLst>
              <a:ext uri="{FF2B5EF4-FFF2-40B4-BE49-F238E27FC236}">
                <a16:creationId xmlns:a16="http://schemas.microsoft.com/office/drawing/2014/main" id="{1D72965C-0CA8-F2CD-CDD9-45C864AF1A3F}"/>
              </a:ext>
            </a:extLst>
          </p:cNvPr>
          <p:cNvSpPr/>
          <p:nvPr/>
        </p:nvSpPr>
        <p:spPr>
          <a:xfrm>
            <a:off x="2385157" y="4545092"/>
            <a:ext cx="798571" cy="198701"/>
          </a:xfrm>
          <a:prstGeom prst="round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58" name="TextBox 1057">
            <a:extLst>
              <a:ext uri="{FF2B5EF4-FFF2-40B4-BE49-F238E27FC236}">
                <a16:creationId xmlns:a16="http://schemas.microsoft.com/office/drawing/2014/main" id="{AB0B1BD5-A2CD-DEE1-952E-BDE4F79E78B3}"/>
              </a:ext>
            </a:extLst>
          </p:cNvPr>
          <p:cNvSpPr txBox="1"/>
          <p:nvPr/>
        </p:nvSpPr>
        <p:spPr>
          <a:xfrm>
            <a:off x="2341984" y="4529544"/>
            <a:ext cx="57419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>
                <a:latin typeface="Noto Sans KR" panose="020B0200000000000000" pitchFamily="50" charset="-127"/>
                <a:ea typeface="Noto Sans KR" panose="020B0200000000000000" pitchFamily="50" charset="-127"/>
              </a:rPr>
              <a:t>화이트</a:t>
            </a:r>
          </a:p>
        </p:txBody>
      </p:sp>
      <p:sp>
        <p:nvSpPr>
          <p:cNvPr id="1059" name="이등변 삼각형 1058">
            <a:extLst>
              <a:ext uri="{FF2B5EF4-FFF2-40B4-BE49-F238E27FC236}">
                <a16:creationId xmlns:a16="http://schemas.microsoft.com/office/drawing/2014/main" id="{9F7BE55E-6E5E-C4C9-3B92-D9C27470C304}"/>
              </a:ext>
            </a:extLst>
          </p:cNvPr>
          <p:cNvSpPr/>
          <p:nvPr/>
        </p:nvSpPr>
        <p:spPr>
          <a:xfrm flipV="1">
            <a:off x="3020436" y="4875422"/>
            <a:ext cx="111721" cy="95763"/>
          </a:xfrm>
          <a:prstGeom prst="triangle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61" name="사각형: 둥근 모서리 1060">
            <a:extLst>
              <a:ext uri="{FF2B5EF4-FFF2-40B4-BE49-F238E27FC236}">
                <a16:creationId xmlns:a16="http://schemas.microsoft.com/office/drawing/2014/main" id="{A4412C07-7ED3-BE61-2FF4-BE2A5A00E6FF}"/>
              </a:ext>
            </a:extLst>
          </p:cNvPr>
          <p:cNvSpPr/>
          <p:nvPr/>
        </p:nvSpPr>
        <p:spPr>
          <a:xfrm>
            <a:off x="2385157" y="4816113"/>
            <a:ext cx="798571" cy="198701"/>
          </a:xfrm>
          <a:prstGeom prst="round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62" name="TextBox 1061">
            <a:extLst>
              <a:ext uri="{FF2B5EF4-FFF2-40B4-BE49-F238E27FC236}">
                <a16:creationId xmlns:a16="http://schemas.microsoft.com/office/drawing/2014/main" id="{3E5761E3-4C7C-5559-F338-DFC457CF2254}"/>
              </a:ext>
            </a:extLst>
          </p:cNvPr>
          <p:cNvSpPr txBox="1"/>
          <p:nvPr/>
        </p:nvSpPr>
        <p:spPr>
          <a:xfrm>
            <a:off x="2341984" y="4800565"/>
            <a:ext cx="44435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>
                <a:latin typeface="Noto Sans KR" panose="020B0200000000000000" pitchFamily="50" charset="-127"/>
                <a:ea typeface="Noto Sans KR" panose="020B0200000000000000" pitchFamily="50" charset="-127"/>
              </a:rPr>
              <a:t>여성</a:t>
            </a:r>
          </a:p>
        </p:txBody>
      </p:sp>
      <p:sp>
        <p:nvSpPr>
          <p:cNvPr id="1064" name="이등변 삼각형 1063">
            <a:extLst>
              <a:ext uri="{FF2B5EF4-FFF2-40B4-BE49-F238E27FC236}">
                <a16:creationId xmlns:a16="http://schemas.microsoft.com/office/drawing/2014/main" id="{EBD0510C-2CCE-FF25-7056-F1685B95C661}"/>
              </a:ext>
            </a:extLst>
          </p:cNvPr>
          <p:cNvSpPr/>
          <p:nvPr/>
        </p:nvSpPr>
        <p:spPr>
          <a:xfrm flipV="1">
            <a:off x="3020436" y="5186048"/>
            <a:ext cx="111721" cy="95763"/>
          </a:xfrm>
          <a:prstGeom prst="triangle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71" name="사각형: 둥근 모서리 1070">
            <a:extLst>
              <a:ext uri="{FF2B5EF4-FFF2-40B4-BE49-F238E27FC236}">
                <a16:creationId xmlns:a16="http://schemas.microsoft.com/office/drawing/2014/main" id="{D40D940B-2F69-16B5-C181-DF056B30F0EF}"/>
              </a:ext>
            </a:extLst>
          </p:cNvPr>
          <p:cNvSpPr/>
          <p:nvPr/>
        </p:nvSpPr>
        <p:spPr>
          <a:xfrm>
            <a:off x="2385157" y="5126739"/>
            <a:ext cx="798571" cy="198701"/>
          </a:xfrm>
          <a:prstGeom prst="round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75" name="TextBox 1074">
            <a:extLst>
              <a:ext uri="{FF2B5EF4-FFF2-40B4-BE49-F238E27FC236}">
                <a16:creationId xmlns:a16="http://schemas.microsoft.com/office/drawing/2014/main" id="{E419FCBB-9DCC-6699-43EC-FCD3FFBD7D68}"/>
              </a:ext>
            </a:extLst>
          </p:cNvPr>
          <p:cNvSpPr txBox="1"/>
          <p:nvPr/>
        </p:nvSpPr>
        <p:spPr>
          <a:xfrm>
            <a:off x="2341984" y="5111191"/>
            <a:ext cx="57419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>
                <a:latin typeface="Noto Sans KR" panose="020B0200000000000000" pitchFamily="50" charset="-127"/>
                <a:ea typeface="Noto Sans KR" panose="020B0200000000000000" pitchFamily="50" charset="-127"/>
              </a:rPr>
              <a:t>시스템</a:t>
            </a:r>
          </a:p>
        </p:txBody>
      </p:sp>
      <p:sp>
        <p:nvSpPr>
          <p:cNvPr id="1078" name="TextBox 1077">
            <a:extLst>
              <a:ext uri="{FF2B5EF4-FFF2-40B4-BE49-F238E27FC236}">
                <a16:creationId xmlns:a16="http://schemas.microsoft.com/office/drawing/2014/main" id="{C15B69BF-FBA2-C10C-40E2-B462B2E94537}"/>
              </a:ext>
            </a:extLst>
          </p:cNvPr>
          <p:cNvSpPr txBox="1"/>
          <p:nvPr/>
        </p:nvSpPr>
        <p:spPr>
          <a:xfrm>
            <a:off x="660280" y="5404634"/>
            <a:ext cx="100380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>
                <a:latin typeface="Noto Sans KR" panose="020B0200000000000000" pitchFamily="50" charset="-127"/>
                <a:ea typeface="Noto Sans KR" panose="020B0200000000000000" pitchFamily="50" charset="-127"/>
              </a:rPr>
              <a:t>지도 다운로드</a:t>
            </a:r>
          </a:p>
        </p:txBody>
      </p:sp>
      <p:sp>
        <p:nvSpPr>
          <p:cNvPr id="1080" name="이등변 삼각형 1079">
            <a:extLst>
              <a:ext uri="{FF2B5EF4-FFF2-40B4-BE49-F238E27FC236}">
                <a16:creationId xmlns:a16="http://schemas.microsoft.com/office/drawing/2014/main" id="{AE85FB9C-4233-7F4A-7315-BE54F58DD3A2}"/>
              </a:ext>
            </a:extLst>
          </p:cNvPr>
          <p:cNvSpPr/>
          <p:nvPr/>
        </p:nvSpPr>
        <p:spPr>
          <a:xfrm flipV="1">
            <a:off x="3020436" y="5459892"/>
            <a:ext cx="111721" cy="95763"/>
          </a:xfrm>
          <a:prstGeom prst="triangle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82" name="사각형: 둥근 모서리 1081">
            <a:extLst>
              <a:ext uri="{FF2B5EF4-FFF2-40B4-BE49-F238E27FC236}">
                <a16:creationId xmlns:a16="http://schemas.microsoft.com/office/drawing/2014/main" id="{F0BA24BF-45B7-816F-E082-E011F72C7998}"/>
              </a:ext>
            </a:extLst>
          </p:cNvPr>
          <p:cNvSpPr/>
          <p:nvPr/>
        </p:nvSpPr>
        <p:spPr>
          <a:xfrm>
            <a:off x="2385157" y="5400583"/>
            <a:ext cx="798571" cy="198701"/>
          </a:xfrm>
          <a:prstGeom prst="round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86" name="TextBox 1085">
            <a:extLst>
              <a:ext uri="{FF2B5EF4-FFF2-40B4-BE49-F238E27FC236}">
                <a16:creationId xmlns:a16="http://schemas.microsoft.com/office/drawing/2014/main" id="{ED7ED06D-4655-7C54-B494-F80D43CD097C}"/>
              </a:ext>
            </a:extLst>
          </p:cNvPr>
          <p:cNvSpPr txBox="1"/>
          <p:nvPr/>
        </p:nvSpPr>
        <p:spPr>
          <a:xfrm>
            <a:off x="2341984" y="5385035"/>
            <a:ext cx="70403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>
                <a:latin typeface="Noto Sans KR" panose="020B0200000000000000" pitchFamily="50" charset="-127"/>
                <a:ea typeface="Noto Sans KR" panose="020B0200000000000000" pitchFamily="50" charset="-127"/>
              </a:rPr>
              <a:t>지역선택</a:t>
            </a:r>
          </a:p>
        </p:txBody>
      </p:sp>
      <p:pic>
        <p:nvPicPr>
          <p:cNvPr id="1104" name="그림 1103">
            <a:extLst>
              <a:ext uri="{FF2B5EF4-FFF2-40B4-BE49-F238E27FC236}">
                <a16:creationId xmlns:a16="http://schemas.microsoft.com/office/drawing/2014/main" id="{F1E3DC34-7F8D-185D-84CC-9D96B64E1D61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7"/>
              </a:ext>
            </a:extLst>
          </a:blip>
          <a:srcRect l="53654" t="57343" r="29687" b="9608"/>
          <a:stretch>
            <a:fillRect/>
          </a:stretch>
        </p:blipFill>
        <p:spPr>
          <a:xfrm>
            <a:off x="2636654" y="642686"/>
            <a:ext cx="239255" cy="246221"/>
          </a:xfrm>
          <a:prstGeom prst="rect">
            <a:avLst/>
          </a:prstGeom>
        </p:spPr>
      </p:pic>
      <p:sp>
        <p:nvSpPr>
          <p:cNvPr id="1105" name="TextBox 1104">
            <a:extLst>
              <a:ext uri="{FF2B5EF4-FFF2-40B4-BE49-F238E27FC236}">
                <a16:creationId xmlns:a16="http://schemas.microsoft.com/office/drawing/2014/main" id="{2090777A-9D4D-785E-59FB-10CA179663F0}"/>
              </a:ext>
            </a:extLst>
          </p:cNvPr>
          <p:cNvSpPr txBox="1"/>
          <p:nvPr/>
        </p:nvSpPr>
        <p:spPr>
          <a:xfrm>
            <a:off x="1522964" y="5910519"/>
            <a:ext cx="91403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>
                <a:latin typeface="Noto Sans KR" panose="020B0200000000000000" pitchFamily="50" charset="-127"/>
                <a:ea typeface="Noto Sans KR" panose="020B0200000000000000" pitchFamily="50" charset="-127"/>
              </a:rPr>
              <a:t>약관 및 정책</a:t>
            </a:r>
          </a:p>
        </p:txBody>
      </p:sp>
    </p:spTree>
    <p:extLst>
      <p:ext uri="{BB962C8B-B14F-4D97-AF65-F5344CB8AC3E}">
        <p14:creationId xmlns:p14="http://schemas.microsoft.com/office/powerpoint/2010/main" val="23724798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C435D3-56A1-407A-E30C-C429529FC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>
            <a:extLst>
              <a:ext uri="{FF2B5EF4-FFF2-40B4-BE49-F238E27FC236}">
                <a16:creationId xmlns:a16="http://schemas.microsoft.com/office/drawing/2014/main" id="{D2524EF4-A27C-1369-7638-22CF63A627B6}"/>
              </a:ext>
            </a:extLst>
          </p:cNvPr>
          <p:cNvGrpSpPr/>
          <p:nvPr/>
        </p:nvGrpSpPr>
        <p:grpSpPr>
          <a:xfrm>
            <a:off x="159656" y="180862"/>
            <a:ext cx="3599543" cy="6496276"/>
            <a:chOff x="159656" y="180862"/>
            <a:chExt cx="3599543" cy="6496276"/>
          </a:xfrm>
        </p:grpSpPr>
        <p:pic>
          <p:nvPicPr>
            <p:cNvPr id="1028" name="Picture 4" descr="삼성 갤럭시 A34(OMD-SM-A346N) | U+유모바일">
              <a:extLst>
                <a:ext uri="{FF2B5EF4-FFF2-40B4-BE49-F238E27FC236}">
                  <a16:creationId xmlns:a16="http://schemas.microsoft.com/office/drawing/2014/main" id="{B836E5A2-79DF-03C7-C0C5-0038FBBE318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566" r="22025"/>
            <a:stretch>
              <a:fillRect/>
            </a:stretch>
          </p:blipFill>
          <p:spPr bwMode="auto">
            <a:xfrm>
              <a:off x="159656" y="180862"/>
              <a:ext cx="3599543" cy="649627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사각형: 둥근 모서리 4">
              <a:extLst>
                <a:ext uri="{FF2B5EF4-FFF2-40B4-BE49-F238E27FC236}">
                  <a16:creationId xmlns:a16="http://schemas.microsoft.com/office/drawing/2014/main" id="{0C8128E9-E14E-08D1-C8ED-5B6230C4BCD9}"/>
                </a:ext>
              </a:extLst>
            </p:cNvPr>
            <p:cNvSpPr/>
            <p:nvPr/>
          </p:nvSpPr>
          <p:spPr>
            <a:xfrm>
              <a:off x="508000" y="333829"/>
              <a:ext cx="2859315" cy="6168571"/>
            </a:xfrm>
            <a:prstGeom prst="roundRect">
              <a:avLst>
                <a:gd name="adj" fmla="val 10068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4FDE6850-BDFB-6E49-F3BC-D16CA7959B66}"/>
              </a:ext>
            </a:extLst>
          </p:cNvPr>
          <p:cNvGrpSpPr/>
          <p:nvPr/>
        </p:nvGrpSpPr>
        <p:grpSpPr>
          <a:xfrm>
            <a:off x="7717447" y="4737100"/>
            <a:ext cx="4445978" cy="2082800"/>
            <a:chOff x="7717447" y="4737100"/>
            <a:chExt cx="4445978" cy="2082800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CEB21449-2A84-90FB-0265-62D39F40DB4E}"/>
                </a:ext>
              </a:extLst>
            </p:cNvPr>
            <p:cNvSpPr/>
            <p:nvPr/>
          </p:nvSpPr>
          <p:spPr>
            <a:xfrm>
              <a:off x="8086725" y="4737100"/>
              <a:ext cx="4076700" cy="2082800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13EADA0C-FA46-6EC6-DAC8-57E61FE4035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rcRect l="9786"/>
            <a:stretch>
              <a:fillRect/>
            </a:stretch>
          </p:blipFill>
          <p:spPr>
            <a:xfrm>
              <a:off x="8153399" y="4737100"/>
              <a:ext cx="4010025" cy="2082800"/>
            </a:xfrm>
            <a:prstGeom prst="rect">
              <a:avLst/>
            </a:prstGeom>
          </p:spPr>
        </p:pic>
        <p:sp>
          <p:nvSpPr>
            <p:cNvPr id="10" name="자유형: 도형 9">
              <a:extLst>
                <a:ext uri="{FF2B5EF4-FFF2-40B4-BE49-F238E27FC236}">
                  <a16:creationId xmlns:a16="http://schemas.microsoft.com/office/drawing/2014/main" id="{65A7EF14-CA0F-D97B-E482-083CDDECEDD2}"/>
                </a:ext>
              </a:extLst>
            </p:cNvPr>
            <p:cNvSpPr/>
            <p:nvPr/>
          </p:nvSpPr>
          <p:spPr>
            <a:xfrm>
              <a:off x="7717448" y="4739787"/>
              <a:ext cx="2312377" cy="2009775"/>
            </a:xfrm>
            <a:custGeom>
              <a:avLst/>
              <a:gdLst>
                <a:gd name="csX0" fmla="*/ 2092569 w 2312377"/>
                <a:gd name="csY0" fmla="*/ 0 h 2057400"/>
                <a:gd name="csX1" fmla="*/ 2312377 w 2312377"/>
                <a:gd name="csY1" fmla="*/ 474784 h 2057400"/>
                <a:gd name="csX2" fmla="*/ 2215662 w 2312377"/>
                <a:gd name="csY2" fmla="*/ 2057400 h 2057400"/>
                <a:gd name="csX3" fmla="*/ 1169377 w 2312377"/>
                <a:gd name="csY3" fmla="*/ 2048607 h 2057400"/>
                <a:gd name="csX4" fmla="*/ 624254 w 2312377"/>
                <a:gd name="csY4" fmla="*/ 1565030 h 2057400"/>
                <a:gd name="csX5" fmla="*/ 448408 w 2312377"/>
                <a:gd name="csY5" fmla="*/ 1512276 h 2057400"/>
                <a:gd name="csX6" fmla="*/ 43962 w 2312377"/>
                <a:gd name="csY6" fmla="*/ 1565030 h 2057400"/>
                <a:gd name="csX7" fmla="*/ 0 w 2312377"/>
                <a:gd name="csY7" fmla="*/ 413238 h 2057400"/>
                <a:gd name="csX8" fmla="*/ 888023 w 2312377"/>
                <a:gd name="csY8" fmla="*/ 298938 h 2057400"/>
                <a:gd name="csX9" fmla="*/ 1055077 w 2312377"/>
                <a:gd name="csY9" fmla="*/ 96715 h 2057400"/>
                <a:gd name="csX10" fmla="*/ 2092569 w 2312377"/>
                <a:gd name="csY10" fmla="*/ 0 h 2057400"/>
                <a:gd name="csX0" fmla="*/ 2092569 w 2312377"/>
                <a:gd name="csY0" fmla="*/ 0 h 2009775"/>
                <a:gd name="csX1" fmla="*/ 2312377 w 2312377"/>
                <a:gd name="csY1" fmla="*/ 427159 h 2009775"/>
                <a:gd name="csX2" fmla="*/ 2215662 w 2312377"/>
                <a:gd name="csY2" fmla="*/ 2009775 h 2009775"/>
                <a:gd name="csX3" fmla="*/ 1169377 w 2312377"/>
                <a:gd name="csY3" fmla="*/ 2000982 h 2009775"/>
                <a:gd name="csX4" fmla="*/ 624254 w 2312377"/>
                <a:gd name="csY4" fmla="*/ 1517405 h 2009775"/>
                <a:gd name="csX5" fmla="*/ 448408 w 2312377"/>
                <a:gd name="csY5" fmla="*/ 1464651 h 2009775"/>
                <a:gd name="csX6" fmla="*/ 43962 w 2312377"/>
                <a:gd name="csY6" fmla="*/ 1517405 h 2009775"/>
                <a:gd name="csX7" fmla="*/ 0 w 2312377"/>
                <a:gd name="csY7" fmla="*/ 365613 h 2009775"/>
                <a:gd name="csX8" fmla="*/ 888023 w 2312377"/>
                <a:gd name="csY8" fmla="*/ 251313 h 2009775"/>
                <a:gd name="csX9" fmla="*/ 1055077 w 2312377"/>
                <a:gd name="csY9" fmla="*/ 49090 h 2009775"/>
                <a:gd name="csX10" fmla="*/ 2092569 w 2312377"/>
                <a:gd name="csY10" fmla="*/ 0 h 20097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2312377" h="2009775">
                  <a:moveTo>
                    <a:pt x="2092569" y="0"/>
                  </a:moveTo>
                  <a:lnTo>
                    <a:pt x="2312377" y="427159"/>
                  </a:lnTo>
                  <a:lnTo>
                    <a:pt x="2215662" y="2009775"/>
                  </a:lnTo>
                  <a:lnTo>
                    <a:pt x="1169377" y="2000982"/>
                  </a:lnTo>
                  <a:lnTo>
                    <a:pt x="624254" y="1517405"/>
                  </a:lnTo>
                  <a:lnTo>
                    <a:pt x="448408" y="1464651"/>
                  </a:lnTo>
                  <a:lnTo>
                    <a:pt x="43962" y="1517405"/>
                  </a:lnTo>
                  <a:lnTo>
                    <a:pt x="0" y="365613"/>
                  </a:lnTo>
                  <a:lnTo>
                    <a:pt x="888023" y="251313"/>
                  </a:lnTo>
                  <a:lnTo>
                    <a:pt x="1055077" y="49090"/>
                  </a:lnTo>
                  <a:lnTo>
                    <a:pt x="2092569" y="0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9F90FD9-8071-1218-5C67-56A0F2801BE4}"/>
                </a:ext>
              </a:extLst>
            </p:cNvPr>
            <p:cNvSpPr txBox="1"/>
            <p:nvPr/>
          </p:nvSpPr>
          <p:spPr>
            <a:xfrm>
              <a:off x="9106495" y="4756150"/>
              <a:ext cx="923330" cy="2012462"/>
            </a:xfrm>
            <a:prstGeom prst="rect">
              <a:avLst/>
            </a:prstGeom>
            <a:solidFill>
              <a:schemeClr val="bg1"/>
            </a:solidFill>
          </p:spPr>
          <p:txBody>
            <a:bodyPr vert="eaVert" wrap="square" rtlCol="0">
              <a:spAutoFit/>
            </a:bodyPr>
            <a:lstStyle/>
            <a:p>
              <a:r>
                <a:rPr lang="ko-KR" altLang="en-US" sz="160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요즘은 구글이나 네이버 통해서 </a:t>
              </a:r>
              <a:r>
                <a:rPr lang="en-US" altLang="ko-KR" sz="1600">
                  <a:latin typeface="맑은 고딕" panose="020B0503020000020004" pitchFamily="50" charset="-127"/>
                  <a:ea typeface="맑은 고딕" panose="020B0503020000020004" pitchFamily="50" charset="-127"/>
                </a:rPr>
                <a:t>sign on </a:t>
              </a:r>
              <a:r>
                <a:rPr lang="ko-KR" altLang="en-US" sz="160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하면 되니까 편하네</a:t>
              </a:r>
              <a:endParaRPr lang="en-US" altLang="ko-KR" sz="160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3C96B2B-18FA-F0E3-F264-2C61C1C38F6B}"/>
                </a:ext>
              </a:extLst>
            </p:cNvPr>
            <p:cNvSpPr txBox="1"/>
            <p:nvPr/>
          </p:nvSpPr>
          <p:spPr>
            <a:xfrm>
              <a:off x="7717447" y="5251589"/>
              <a:ext cx="1541448" cy="707886"/>
            </a:xfrm>
            <a:prstGeom prst="rect">
              <a:avLst/>
            </a:prstGeom>
            <a:noFill/>
          </p:spPr>
          <p:txBody>
            <a:bodyPr vert="horz" wrap="square">
              <a:spAutoFit/>
            </a:bodyPr>
            <a:lstStyle/>
            <a:p>
              <a:r>
                <a:rPr lang="ko-KR" altLang="en-US" sz="2000">
                  <a:latin typeface="나눔손글씨 펜" panose="03040600000000000000" pitchFamily="66" charset="-127"/>
                  <a:ea typeface="나눔손글씨 펜" panose="03040600000000000000" pitchFamily="66" charset="-127"/>
                </a:rPr>
                <a:t>회원가입</a:t>
              </a:r>
              <a:r>
                <a:rPr lang="en-US" altLang="ko-KR" sz="2000">
                  <a:latin typeface="나눔손글씨 펜" panose="03040600000000000000" pitchFamily="66" charset="-127"/>
                  <a:ea typeface="나눔손글씨 펜" panose="03040600000000000000" pitchFamily="66" charset="-127"/>
                </a:rPr>
                <a:t> </a:t>
              </a:r>
              <a:r>
                <a:rPr lang="ko-KR" altLang="en-US" sz="2000">
                  <a:latin typeface="나눔손글씨 펜" panose="03040600000000000000" pitchFamily="66" charset="-127"/>
                  <a:ea typeface="나눔손글씨 펜" panose="03040600000000000000" pitchFamily="66" charset="-127"/>
                </a:rPr>
                <a:t>페이지</a:t>
              </a:r>
              <a:r>
                <a:rPr lang="en-US" altLang="ko-KR" sz="2000">
                  <a:latin typeface="나눔손글씨 펜" panose="03040600000000000000" pitchFamily="66" charset="-127"/>
                  <a:ea typeface="나눔손글씨 펜" panose="03040600000000000000" pitchFamily="66" charset="-127"/>
                </a:rPr>
                <a:t> </a:t>
              </a:r>
              <a:r>
                <a:rPr lang="ko-KR" altLang="en-US" sz="2000">
                  <a:latin typeface="나눔손글씨 펜" panose="03040600000000000000" pitchFamily="66" charset="-127"/>
                  <a:ea typeface="나눔손글씨 펜" panose="03040600000000000000" pitchFamily="66" charset="-127"/>
                </a:rPr>
                <a:t>만들기</a:t>
              </a:r>
              <a:r>
                <a:rPr lang="en-US" altLang="ko-KR" sz="2000">
                  <a:latin typeface="나눔손글씨 펜" panose="03040600000000000000" pitchFamily="66" charset="-127"/>
                  <a:ea typeface="나눔손글씨 펜" panose="03040600000000000000" pitchFamily="66" charset="-127"/>
                </a:rPr>
                <a:t> </a:t>
              </a:r>
              <a:r>
                <a:rPr lang="ko-KR" altLang="en-US" sz="2000">
                  <a:latin typeface="나눔손글씨 펜" panose="03040600000000000000" pitchFamily="66" charset="-127"/>
                  <a:ea typeface="나눔손글씨 펜" panose="03040600000000000000" pitchFamily="66" charset="-127"/>
                </a:rPr>
                <a:t>귀찮아</a:t>
              </a:r>
              <a:r>
                <a:rPr lang="en-US" altLang="ko-KR" sz="2000">
                  <a:latin typeface="나눔손글씨 펜" panose="03040600000000000000" pitchFamily="66" charset="-127"/>
                  <a:ea typeface="나눔손글씨 펜" panose="03040600000000000000" pitchFamily="66" charset="-127"/>
                </a:rPr>
                <a:t>..</a:t>
              </a:r>
              <a:endParaRPr lang="ko-KR" altLang="en-US" sz="2000">
                <a:latin typeface="나눔손글씨 펜" panose="03040600000000000000" pitchFamily="66" charset="-127"/>
                <a:ea typeface="나눔손글씨 펜" panose="03040600000000000000" pitchFamily="66" charset="-127"/>
              </a:endParaRPr>
            </a:p>
          </p:txBody>
        </p:sp>
      </p:grpSp>
      <p:sp>
        <p:nvSpPr>
          <p:cNvPr id="13" name="제목 1">
            <a:extLst>
              <a:ext uri="{FF2B5EF4-FFF2-40B4-BE49-F238E27FC236}">
                <a16:creationId xmlns:a16="http://schemas.microsoft.com/office/drawing/2014/main" id="{176BA1F4-75AB-CD97-6706-4827E78E318B}"/>
              </a:ext>
            </a:extLst>
          </p:cNvPr>
          <p:cNvSpPr txBox="1">
            <a:spLocks/>
          </p:cNvSpPr>
          <p:nvPr/>
        </p:nvSpPr>
        <p:spPr>
          <a:xfrm>
            <a:off x="3759198" y="365125"/>
            <a:ext cx="7594601" cy="10962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200"/>
              <a:t>로그아웃 상황에서의 화면 </a:t>
            </a:r>
            <a:br>
              <a:rPr lang="en-US" altLang="ko-KR" sz="3200"/>
            </a:br>
            <a:r>
              <a:rPr lang="en-US" altLang="ko-KR" sz="3200"/>
              <a:t>(</a:t>
            </a:r>
            <a:r>
              <a:rPr lang="ko-KR" altLang="en-US" sz="3200"/>
              <a:t>앱 첫 실행시 및 로그아웃 시</a:t>
            </a:r>
            <a:r>
              <a:rPr lang="en-US" altLang="ko-KR" sz="3200"/>
              <a:t>)</a:t>
            </a:r>
            <a:endParaRPr lang="ko-KR" altLang="en-US" sz="32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8D95A4-D611-077D-AECB-72025A731D0C}"/>
              </a:ext>
            </a:extLst>
          </p:cNvPr>
          <p:cNvSpPr txBox="1"/>
          <p:nvPr/>
        </p:nvSpPr>
        <p:spPr>
          <a:xfrm>
            <a:off x="3933824" y="1461379"/>
            <a:ext cx="82296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ko-KR" altLang="en-US" sz="1800">
                <a:latin typeface="+mn-ea"/>
              </a:rPr>
              <a:t>직접 가입하는 것 없이 구글</a:t>
            </a:r>
            <a:r>
              <a:rPr lang="en-US" altLang="ko-KR" sz="1800">
                <a:latin typeface="+mn-ea"/>
              </a:rPr>
              <a:t>, </a:t>
            </a:r>
            <a:r>
              <a:rPr lang="ko-KR" altLang="en-US" sz="1800">
                <a:latin typeface="+mn-ea"/>
              </a:rPr>
              <a:t>네이버</a:t>
            </a:r>
            <a:r>
              <a:rPr lang="en-US" altLang="ko-KR" sz="1800">
                <a:latin typeface="+mn-ea"/>
              </a:rPr>
              <a:t>, </a:t>
            </a:r>
            <a:r>
              <a:rPr lang="ko-KR" altLang="en-US" sz="1800">
                <a:latin typeface="+mn-ea"/>
              </a:rPr>
              <a:t>카카오로 진행하도록</a:t>
            </a:r>
            <a:r>
              <a:rPr lang="en-US" altLang="ko-KR" sz="1800">
                <a:latin typeface="+mn-ea"/>
              </a:rPr>
              <a:t>.</a:t>
            </a:r>
          </a:p>
          <a:p>
            <a:pPr marL="0" indent="0">
              <a:buNone/>
            </a:pPr>
            <a:endParaRPr lang="en-US" altLang="ko-KR">
              <a:latin typeface="+mn-ea"/>
            </a:endParaRPr>
          </a:p>
          <a:p>
            <a:pPr marL="0" indent="0">
              <a:buNone/>
            </a:pPr>
            <a:r>
              <a:rPr lang="ko-KR" altLang="en-US" sz="1800">
                <a:latin typeface="+mn-ea"/>
              </a:rPr>
              <a:t>나중엔 애플로 로그인도 넣자</a:t>
            </a:r>
            <a:r>
              <a:rPr lang="en-US" altLang="ko-KR" sz="1800">
                <a:latin typeface="+mn-ea"/>
              </a:rPr>
              <a:t>.</a:t>
            </a:r>
          </a:p>
          <a:p>
            <a:pPr marL="0" indent="0">
              <a:buNone/>
            </a:pPr>
            <a:endParaRPr lang="en-US" altLang="ko-KR">
              <a:latin typeface="+mn-ea"/>
            </a:endParaRPr>
          </a:p>
          <a:p>
            <a:pPr marL="0" indent="0">
              <a:buNone/>
            </a:pPr>
            <a:r>
              <a:rPr lang="ko-KR" altLang="en-US" sz="1800">
                <a:latin typeface="+mn-ea"/>
              </a:rPr>
              <a:t>중국 유저에 대한 배려는 전혀 필요없음</a:t>
            </a:r>
            <a:r>
              <a:rPr lang="en-US" altLang="ko-KR" sz="1800">
                <a:latin typeface="+mn-ea"/>
              </a:rPr>
              <a:t>. </a:t>
            </a:r>
            <a:r>
              <a:rPr lang="ko-KR" altLang="en-US" sz="1800">
                <a:latin typeface="+mn-ea"/>
              </a:rPr>
              <a:t>철저히 한국 </a:t>
            </a:r>
            <a:r>
              <a:rPr lang="en-US" altLang="ko-KR" sz="1800">
                <a:latin typeface="+mn-ea"/>
              </a:rPr>
              <a:t>&amp; </a:t>
            </a:r>
            <a:r>
              <a:rPr lang="ko-KR" altLang="en-US" sz="1800">
                <a:latin typeface="+mn-ea"/>
              </a:rPr>
              <a:t>글로벌 위주로</a:t>
            </a:r>
            <a:r>
              <a:rPr lang="en-US" altLang="ko-KR" sz="1800">
                <a:latin typeface="+mn-ea"/>
              </a:rPr>
              <a:t>.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A0A5ADB6-C4B1-5095-FCD6-9C0FF209EF07}"/>
              </a:ext>
            </a:extLst>
          </p:cNvPr>
          <p:cNvGrpSpPr/>
          <p:nvPr/>
        </p:nvGrpSpPr>
        <p:grpSpPr>
          <a:xfrm>
            <a:off x="159656" y="180862"/>
            <a:ext cx="3599543" cy="6496276"/>
            <a:chOff x="159656" y="180862"/>
            <a:chExt cx="3599543" cy="6496276"/>
          </a:xfrm>
        </p:grpSpPr>
        <p:pic>
          <p:nvPicPr>
            <p:cNvPr id="14" name="Picture 4" descr="삼성 갤럭시 A34(OMD-SM-A346N) | U+유모바일">
              <a:extLst>
                <a:ext uri="{FF2B5EF4-FFF2-40B4-BE49-F238E27FC236}">
                  <a16:creationId xmlns:a16="http://schemas.microsoft.com/office/drawing/2014/main" id="{D8C07605-FE93-EB7C-50A1-D4627FA4E72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566" r="22025"/>
            <a:stretch>
              <a:fillRect/>
            </a:stretch>
          </p:blipFill>
          <p:spPr bwMode="auto">
            <a:xfrm>
              <a:off x="159656" y="180862"/>
              <a:ext cx="3599543" cy="649627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99A8F73C-437E-0F20-F422-4F77ED6BED2C}"/>
                </a:ext>
              </a:extLst>
            </p:cNvPr>
            <p:cNvSpPr/>
            <p:nvPr/>
          </p:nvSpPr>
          <p:spPr>
            <a:xfrm>
              <a:off x="508000" y="333829"/>
              <a:ext cx="2859315" cy="6168571"/>
            </a:xfrm>
            <a:prstGeom prst="roundRect">
              <a:avLst>
                <a:gd name="adj" fmla="val 10068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48F8F5CF-DA03-740F-780A-17009B8DF620}"/>
              </a:ext>
            </a:extLst>
          </p:cNvPr>
          <p:cNvSpPr/>
          <p:nvPr/>
        </p:nvSpPr>
        <p:spPr>
          <a:xfrm>
            <a:off x="507999" y="6137275"/>
            <a:ext cx="2859315" cy="3556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ysClr val="windowText" lastClr="000000"/>
                </a:solidFill>
              </a:rPr>
              <a:t>Ads</a:t>
            </a:r>
            <a:endParaRPr lang="ko-KR" altLang="en-US">
              <a:solidFill>
                <a:sysClr val="windowText" lastClr="00000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DEB0F03-1FD3-E35E-8626-4E63BC995619}"/>
              </a:ext>
            </a:extLst>
          </p:cNvPr>
          <p:cNvSpPr txBox="1"/>
          <p:nvPr/>
        </p:nvSpPr>
        <p:spPr>
          <a:xfrm>
            <a:off x="660280" y="1297037"/>
            <a:ext cx="14334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>
                <a:latin typeface="Noto Sans KR" panose="020B0200000000000000" pitchFamily="50" charset="-127"/>
                <a:ea typeface="Noto Sans KR" panose="020B0200000000000000" pitchFamily="50" charset="-127"/>
              </a:rPr>
              <a:t>로그인 또는 회원가입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CAEB6FBE-08CA-01FC-4ECE-81A4F160D082}"/>
              </a:ext>
            </a:extLst>
          </p:cNvPr>
          <p:cNvSpPr/>
          <p:nvPr/>
        </p:nvSpPr>
        <p:spPr>
          <a:xfrm>
            <a:off x="868351" y="1711614"/>
            <a:ext cx="2098901" cy="443527"/>
          </a:xfrm>
          <a:prstGeom prst="roundRect">
            <a:avLst>
              <a:gd name="adj" fmla="val 29552"/>
            </a:avLst>
          </a:prstGeom>
          <a:solidFill>
            <a:srgbClr val="FFFFFF">
              <a:alpha val="65098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</a:rPr>
              <a:t>   구글로 계속하기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39F2C0FC-7473-DA3D-D46C-4783EBAAD4A5}"/>
              </a:ext>
            </a:extLst>
          </p:cNvPr>
          <p:cNvSpPr/>
          <p:nvPr/>
        </p:nvSpPr>
        <p:spPr>
          <a:xfrm>
            <a:off x="868351" y="2300091"/>
            <a:ext cx="2098901" cy="443527"/>
          </a:xfrm>
          <a:prstGeom prst="roundRect">
            <a:avLst>
              <a:gd name="adj" fmla="val 29552"/>
            </a:avLst>
          </a:prstGeom>
          <a:solidFill>
            <a:srgbClr val="FFFFFF">
              <a:alpha val="65098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</a:rPr>
              <a:t>     네이버로 계속하기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EDE84A43-A088-1527-9B93-0DD1A99CFCFA}"/>
              </a:ext>
            </a:extLst>
          </p:cNvPr>
          <p:cNvSpPr/>
          <p:nvPr/>
        </p:nvSpPr>
        <p:spPr>
          <a:xfrm>
            <a:off x="868351" y="2888568"/>
            <a:ext cx="2098901" cy="443527"/>
          </a:xfrm>
          <a:prstGeom prst="roundRect">
            <a:avLst>
              <a:gd name="adj" fmla="val 29552"/>
            </a:avLst>
          </a:prstGeom>
          <a:solidFill>
            <a:srgbClr val="FFFFFF">
              <a:alpha val="65098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</a:rPr>
              <a:t>     카카오로 계속하기</a:t>
            </a:r>
          </a:p>
        </p:txBody>
      </p:sp>
      <p:pic>
        <p:nvPicPr>
          <p:cNvPr id="1026" name="그림 1025">
            <a:extLst>
              <a:ext uri="{FF2B5EF4-FFF2-40B4-BE49-F238E27FC236}">
                <a16:creationId xmlns:a16="http://schemas.microsoft.com/office/drawing/2014/main" id="{958547C5-7695-2687-F3F9-4F7313298E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1262" y="1753970"/>
            <a:ext cx="283771" cy="293906"/>
          </a:xfrm>
          <a:prstGeom prst="rect">
            <a:avLst/>
          </a:prstGeom>
        </p:spPr>
      </p:pic>
      <p:pic>
        <p:nvPicPr>
          <p:cNvPr id="1029" name="그림 1028">
            <a:extLst>
              <a:ext uri="{FF2B5EF4-FFF2-40B4-BE49-F238E27FC236}">
                <a16:creationId xmlns:a16="http://schemas.microsoft.com/office/drawing/2014/main" id="{DB4E4D7B-B32D-B266-FBE4-BC8F33F09FB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8985" y="2353912"/>
            <a:ext cx="348324" cy="335884"/>
          </a:xfrm>
          <a:prstGeom prst="rect">
            <a:avLst/>
          </a:prstGeom>
        </p:spPr>
      </p:pic>
      <p:pic>
        <p:nvPicPr>
          <p:cNvPr id="1031" name="그림 1030">
            <a:extLst>
              <a:ext uri="{FF2B5EF4-FFF2-40B4-BE49-F238E27FC236}">
                <a16:creationId xmlns:a16="http://schemas.microsoft.com/office/drawing/2014/main" id="{058B8A57-1217-2AE6-CF8A-97B42DB0E10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4083" y="2953741"/>
            <a:ext cx="360000" cy="323182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511ACD46-ABB4-21B2-EDA5-4003C892D5DC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9"/>
              </a:ext>
            </a:extLst>
          </a:blip>
          <a:stretch>
            <a:fillRect/>
          </a:stretch>
        </p:blipFill>
        <p:spPr>
          <a:xfrm>
            <a:off x="2928593" y="627464"/>
            <a:ext cx="283875" cy="283875"/>
          </a:xfrm>
          <a:prstGeom prst="rect">
            <a:avLst/>
          </a:prstGeom>
        </p:spPr>
      </p:pic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EECD674E-3D62-3D85-CABB-FDB7CABD7896}"/>
              </a:ext>
            </a:extLst>
          </p:cNvPr>
          <p:cNvSpPr/>
          <p:nvPr/>
        </p:nvSpPr>
        <p:spPr>
          <a:xfrm>
            <a:off x="580394" y="627464"/>
            <a:ext cx="885825" cy="277931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로고</a:t>
            </a:r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12A989B6-AD09-6C58-D1A3-000DC3830DBE}"/>
              </a:ext>
            </a:extLst>
          </p:cNvPr>
          <p:cNvPicPr>
            <a:picLocks noChangeAspect="1"/>
          </p:cNvPicPr>
          <p:nvPr/>
        </p:nvPicPr>
        <p:blipFill>
          <a:blip r:embed="rId10">
            <a:clrChange>
              <a:clrFrom>
                <a:srgbClr val="EFF5F6"/>
              </a:clrFrom>
              <a:clrTo>
                <a:srgbClr val="EFF5F6">
                  <a:alpha val="0"/>
                </a:srgbClr>
              </a:clrTo>
            </a:clrChange>
          </a:blip>
          <a:srcRect l="22293" t="14917" r="29841" b="39897"/>
          <a:stretch>
            <a:fillRect/>
          </a:stretch>
        </p:blipFill>
        <p:spPr>
          <a:xfrm>
            <a:off x="2385157" y="660632"/>
            <a:ext cx="233195" cy="243559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BDA2BF15-4225-9BC9-0F92-88538C8E290C}"/>
              </a:ext>
            </a:extLst>
          </p:cNvPr>
          <p:cNvPicPr>
            <a:picLocks noChangeAspect="1"/>
          </p:cNvPicPr>
          <p:nvPr/>
        </p:nvPicPr>
        <p:blipFill>
          <a:blip r:embed="rId11">
            <a:clrChange>
              <a:clrFrom>
                <a:srgbClr val="EFF5F6"/>
              </a:clrFrom>
              <a:clrTo>
                <a:srgbClr val="EFF5F6">
                  <a:alpha val="0"/>
                </a:srgbClr>
              </a:clrTo>
            </a:clrChange>
          </a:blip>
          <a:srcRect l="31809" t="8837" r="27051" b="46874"/>
          <a:stretch>
            <a:fillRect/>
          </a:stretch>
        </p:blipFill>
        <p:spPr>
          <a:xfrm>
            <a:off x="2678187" y="672911"/>
            <a:ext cx="199862" cy="228609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5B76AFE8-41B4-97B6-0A2F-07B122BC100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035458" y="667343"/>
            <a:ext cx="323895" cy="266737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283D53BF-1747-C8FE-65D5-504B39D8A925}"/>
              </a:ext>
            </a:extLst>
          </p:cNvPr>
          <p:cNvSpPr txBox="1"/>
          <p:nvPr/>
        </p:nvSpPr>
        <p:spPr>
          <a:xfrm>
            <a:off x="614280" y="330886"/>
            <a:ext cx="49564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/>
              <a:t>07:00</a:t>
            </a:r>
            <a:endParaRPr lang="ko-KR" altLang="en-US" sz="1000"/>
          </a:p>
        </p:txBody>
      </p:sp>
      <p:pic>
        <p:nvPicPr>
          <p:cNvPr id="1024" name="그래픽 1023" descr="Wi Fi">
            <a:extLst>
              <a:ext uri="{FF2B5EF4-FFF2-40B4-BE49-F238E27FC236}">
                <a16:creationId xmlns:a16="http://schemas.microsoft.com/office/drawing/2014/main" id="{74174267-713C-C68C-CE0A-EF38FA43321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267670" y="355600"/>
            <a:ext cx="205670" cy="205670"/>
          </a:xfrm>
          <a:prstGeom prst="rect">
            <a:avLst/>
          </a:prstGeom>
        </p:spPr>
      </p:pic>
      <p:pic>
        <p:nvPicPr>
          <p:cNvPr id="1025" name="그래픽 1024" descr="신호">
            <a:extLst>
              <a:ext uri="{FF2B5EF4-FFF2-40B4-BE49-F238E27FC236}">
                <a16:creationId xmlns:a16="http://schemas.microsoft.com/office/drawing/2014/main" id="{7AF7C4C2-1ED2-66FD-759C-0CD2E26B5DC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691368" y="367232"/>
            <a:ext cx="173527" cy="173527"/>
          </a:xfrm>
          <a:prstGeom prst="rect">
            <a:avLst/>
          </a:prstGeom>
        </p:spPr>
      </p:pic>
      <p:sp>
        <p:nvSpPr>
          <p:cNvPr id="1027" name="사각형: 둥근 모서리 1026">
            <a:extLst>
              <a:ext uri="{FF2B5EF4-FFF2-40B4-BE49-F238E27FC236}">
                <a16:creationId xmlns:a16="http://schemas.microsoft.com/office/drawing/2014/main" id="{84497808-2707-616C-B577-3EFF521A9DB6}"/>
              </a:ext>
            </a:extLst>
          </p:cNvPr>
          <p:cNvSpPr/>
          <p:nvPr/>
        </p:nvSpPr>
        <p:spPr>
          <a:xfrm>
            <a:off x="2875909" y="393331"/>
            <a:ext cx="326213" cy="121330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95</a:t>
            </a:r>
            <a:endParaRPr lang="ko-KR" altLang="en-US" sz="800"/>
          </a:p>
        </p:txBody>
      </p:sp>
      <p:sp>
        <p:nvSpPr>
          <p:cNvPr id="1030" name="TextBox 1029">
            <a:extLst>
              <a:ext uri="{FF2B5EF4-FFF2-40B4-BE49-F238E27FC236}">
                <a16:creationId xmlns:a16="http://schemas.microsoft.com/office/drawing/2014/main" id="{1591B9B3-C318-367B-10AA-C92F3355CC94}"/>
              </a:ext>
            </a:extLst>
          </p:cNvPr>
          <p:cNvSpPr txBox="1"/>
          <p:nvPr/>
        </p:nvSpPr>
        <p:spPr>
          <a:xfrm>
            <a:off x="2376012" y="338526"/>
            <a:ext cx="40267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/>
              <a:t>υlte</a:t>
            </a:r>
            <a:endParaRPr lang="ko-KR" altLang="en-US" sz="1000"/>
          </a:p>
        </p:txBody>
      </p:sp>
      <p:pic>
        <p:nvPicPr>
          <p:cNvPr id="1032" name="그래픽 1031" descr="표식">
            <a:extLst>
              <a:ext uri="{FF2B5EF4-FFF2-40B4-BE49-F238E27FC236}">
                <a16:creationId xmlns:a16="http://schemas.microsoft.com/office/drawing/2014/main" id="{B54E053A-F547-519E-49DC-9ADC752FB4B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157984" y="393331"/>
            <a:ext cx="146467" cy="146467"/>
          </a:xfrm>
          <a:prstGeom prst="rect">
            <a:avLst/>
          </a:prstGeom>
        </p:spPr>
      </p:pic>
      <p:pic>
        <p:nvPicPr>
          <p:cNvPr id="1033" name="그래픽 1032" descr="벨소리 음소거">
            <a:extLst>
              <a:ext uri="{FF2B5EF4-FFF2-40B4-BE49-F238E27FC236}">
                <a16:creationId xmlns:a16="http://schemas.microsoft.com/office/drawing/2014/main" id="{6BE708A3-6D34-2CE5-E051-AC905E3B64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030579" y="388402"/>
            <a:ext cx="146468" cy="146468"/>
          </a:xfrm>
          <a:prstGeom prst="rect">
            <a:avLst/>
          </a:prstGeom>
        </p:spPr>
      </p:pic>
      <p:pic>
        <p:nvPicPr>
          <p:cNvPr id="1034" name="그래픽 1033" descr="키">
            <a:extLst>
              <a:ext uri="{FF2B5EF4-FFF2-40B4-BE49-F238E27FC236}">
                <a16:creationId xmlns:a16="http://schemas.microsoft.com/office/drawing/2014/main" id="{0B9464FE-48C3-928C-2337-4BCBE3FA0E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883441" y="396339"/>
            <a:ext cx="146467" cy="146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20516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705</TotalTime>
  <Words>2012</Words>
  <Application>Microsoft Office PowerPoint</Application>
  <PresentationFormat>와이드스크린</PresentationFormat>
  <Paragraphs>241</Paragraphs>
  <Slides>13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9" baseType="lpstr">
      <vt:lpstr>Noto Sans KR</vt:lpstr>
      <vt:lpstr>Noto Sans KR Medium</vt:lpstr>
      <vt:lpstr>나눔손글씨 펜</vt:lpstr>
      <vt:lpstr>맑은 고딕</vt:lpstr>
      <vt:lpstr>Arial</vt:lpstr>
      <vt:lpstr>Office 테마</vt:lpstr>
      <vt:lpstr>와인딩로드 - 투어링 코스맵</vt:lpstr>
      <vt:lpstr>페이지 설계</vt:lpstr>
      <vt:lpstr>페이지 설계</vt:lpstr>
      <vt:lpstr>페이지 설계</vt:lpstr>
      <vt:lpstr>페이지 설계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Wook-wan Ha</dc:creator>
  <cp:lastModifiedBy>Wook-wan Ha</cp:lastModifiedBy>
  <cp:revision>12</cp:revision>
  <dcterms:created xsi:type="dcterms:W3CDTF">2026-02-22T13:40:20Z</dcterms:created>
  <dcterms:modified xsi:type="dcterms:W3CDTF">2026-04-01T07:51:28Z</dcterms:modified>
</cp:coreProperties>
</file>